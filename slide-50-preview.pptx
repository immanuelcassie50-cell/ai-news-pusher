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蓝海与红海的四个差异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645920" y="1005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06240" y="10058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规避竞争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0" y="1005840"/>
            <a:ext cx="109728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1005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蓝海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1097280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1920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06240" y="19202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成本领先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0" y="1920240"/>
            <a:ext cx="109728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9202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蓝海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1097280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34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红海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2834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争夺现有需求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06240" y="28346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846320" y="2834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创造新需求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0" y="2834640"/>
            <a:ext cx="109728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2834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蓝海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1097280" cy="64008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7490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红海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3749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112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价值增加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06240" y="37490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846320" y="3749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价值创新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0" y="3749040"/>
            <a:ext cx="1097280" cy="640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37490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蓝海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2026-08-29T16:19:15Z</dcterms:created>
  <dcterms:modified xsi:type="dcterms:W3CDTF">2026-08-29T16:19:15Z</dcterms:modified>
</cp:coreProperties>
</file>