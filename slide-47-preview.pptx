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蓝海战略的本质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不是比对手更好，而是与对手不同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2560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2651760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34747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重建市场边界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91840" y="2468880"/>
            <a:ext cx="2560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2651760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425196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29000" y="34747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聚焦全局而非数字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26480" y="2468880"/>
            <a:ext cx="2560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86600" y="2651760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708660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63640" y="34747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超越现有需求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2026-08-29T16:19:15Z</dcterms:created>
  <dcterms:modified xsi:type="dcterms:W3CDTF">2026-08-29T16:19:15Z</dcterms:modified>
</cp:coreProperties>
</file>