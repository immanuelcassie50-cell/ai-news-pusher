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9A8C9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" y="274320"/>
            <a:ext cx="9070848" cy="100584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114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下一站：将学习带回工作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三个立即可行的行动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148840"/>
            <a:ext cx="640080" cy="640080"/>
          </a:xfrm>
          <a:prstGeom prst="ellipse">
            <a:avLst/>
          </a:prstGeom>
          <a:solidFill>
            <a:srgbClr val="22223B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与团队分享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将课程核心框架和文化整合关键点分享给团队成员，建立共同语言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148840"/>
            <a:ext cx="640080" cy="64008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开展文化审计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运用课程中的文化评估工具，对当前组织的文化现状进行诊断分析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148840"/>
            <a:ext cx="640080" cy="640080"/>
          </a:xfrm>
          <a:prstGeom prst="ellipse">
            <a:avLst/>
          </a:prstGeom>
          <a:solidFill>
            <a:srgbClr val="9A8C98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设计整合路线图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结合实际项目，制定文化整合的实施计划，明确关键节点与责任分工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8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提示：从今天开始，选择一个最相关的行动，立即付诸实践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75488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9A8C9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2026-08-31T07:29:09Z</dcterms:created>
  <dcterms:modified xsi:type="dcterms:W3CDTF">2026-08-31T07:29:09Z</dcterms:modified>
</cp:coreProperties>
</file>