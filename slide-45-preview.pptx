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347472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74720" y="19202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战略选择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0" y="3017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蓝海战略与ERRC网格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0" y="3657600"/>
            <a:ext cx="182880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2026-08-29T16:19:15Z</dcterms:created>
  <dcterms:modified xsi:type="dcterms:W3CDTF">2026-08-29T16:19:15Z</dcterms:modified>
</cp:coreProperties>
</file>