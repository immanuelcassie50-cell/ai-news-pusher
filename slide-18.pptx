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认知信号 案例分析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案例1：新员工入职第一周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认知开放，愿意了解团队文化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案例2：项目遇到困难时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愿意尝试新方案，认知窗口打开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案例3：对方已做决策后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认知封闭，说服难度大增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2026-09-01T08:05:22Z</dcterms:created>
  <dcterms:modified xsi:type="dcterms:W3CDTF">2026-09-01T08:05:22Z</dcterms:modified>
</cp:coreProperties>
</file>