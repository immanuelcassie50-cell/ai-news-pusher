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个人韧性地图：认识你的优势与挑战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371600" cy="457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39776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F5F0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109728" cy="169164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06424"/>
            <a:ext cx="54864" cy="158191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💪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34440" y="1234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优势区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15087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34440" y="1783080"/>
            <a:ext cx="2971800" cy="0"/>
          </a:xfrm>
          <a:prstGeom prst="line">
            <a:avLst/>
          </a:prstGeom>
          <a:noFill/>
          <a:ln w="12700">
            <a:solidFill>
              <a:srgbClr val="F5F0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1993392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1920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你最擅长什么？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2359152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22860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什么让你感到自信？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1051560"/>
            <a:ext cx="39776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F5F0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1051560"/>
            <a:ext cx="109728" cy="1691640"/>
          </a:xfrm>
          <a:prstGeom prst="roundRect">
            <a:avLst>
              <a:gd name="adj" fmla="val 50000"/>
            </a:avLst>
          </a:prstGeom>
          <a:solidFill>
            <a:srgbClr val="D4A574"/>
          </a:solidFill>
          <a:ln/>
        </p:spPr>
      </p:sp>
      <p:sp>
        <p:nvSpPr>
          <p:cNvPr id="18" name="Shape 16"/>
          <p:cNvSpPr/>
          <p:nvPr/>
        </p:nvSpPr>
        <p:spPr>
          <a:xfrm>
            <a:off x="4709160" y="1106424"/>
            <a:ext cx="54864" cy="158191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486400" y="1234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资源区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0" y="15087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0" y="1783080"/>
            <a:ext cx="2971800" cy="0"/>
          </a:xfrm>
          <a:prstGeom prst="line">
            <a:avLst/>
          </a:prstGeom>
          <a:noFill/>
          <a:ln w="12700">
            <a:solidFill>
              <a:srgbClr val="F5F0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0" y="1993392"/>
            <a:ext cx="91440" cy="9144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0" y="1920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谁支持你？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0" y="2359152"/>
            <a:ext cx="91440" cy="9144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22860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什么给你力量？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2971800"/>
            <a:ext cx="39776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F5F0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2971800"/>
            <a:ext cx="109728" cy="1691640"/>
          </a:xfrm>
          <a:prstGeom prst="roundRect">
            <a:avLst>
              <a:gd name="adj" fmla="val 50000"/>
            </a:avLst>
          </a:prstGeom>
          <a:solidFill>
            <a:srgbClr val="4A4A4A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026664"/>
            <a:ext cx="54864" cy="1581912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🏔️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1234440" y="3154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挑战区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34440" y="3429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234440" y="3703320"/>
            <a:ext cx="2971800" cy="0"/>
          </a:xfrm>
          <a:prstGeom prst="line">
            <a:avLst/>
          </a:prstGeom>
          <a:noFill/>
          <a:ln w="12700">
            <a:solidFill>
              <a:srgbClr val="F5F0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" y="3913632"/>
            <a:ext cx="91440" cy="9144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35" name="Text 33"/>
          <p:cNvSpPr/>
          <p:nvPr/>
        </p:nvSpPr>
        <p:spPr>
          <a:xfrm>
            <a:off x="960120" y="38404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什么让你最困扰？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77240" y="4279392"/>
            <a:ext cx="91440" cy="9144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37" name="Text 35"/>
          <p:cNvSpPr/>
          <p:nvPr/>
        </p:nvSpPr>
        <p:spPr>
          <a:xfrm>
            <a:off x="960120" y="4206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哪些压力源最难应对？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709160" y="2971800"/>
            <a:ext cx="39776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F5F0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2971800"/>
            <a:ext cx="109728" cy="169164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40" name="Shape 38"/>
          <p:cNvSpPr/>
          <p:nvPr/>
        </p:nvSpPr>
        <p:spPr>
          <a:xfrm>
            <a:off x="4709160" y="3026664"/>
            <a:ext cx="54864" cy="158191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1" name="Text 39"/>
          <p:cNvSpPr/>
          <p:nvPr/>
        </p:nvSpPr>
        <p:spPr>
          <a:xfrm>
            <a:off x="49834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5486400" y="3154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支持区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486400" y="3429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Needed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0" y="3703320"/>
            <a:ext cx="2971800" cy="0"/>
          </a:xfrm>
          <a:prstGeom prst="line">
            <a:avLst/>
          </a:prstGeom>
          <a:noFill/>
          <a:ln w="12700">
            <a:solidFill>
              <a:srgbClr val="F5F0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29200" y="3913632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6" name="Text 44"/>
          <p:cNvSpPr/>
          <p:nvPr/>
        </p:nvSpPr>
        <p:spPr>
          <a:xfrm>
            <a:off x="5212080" y="38404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你需要什么帮助？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029200" y="4279392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8" name="Text 46"/>
          <p:cNvSpPr/>
          <p:nvPr/>
        </p:nvSpPr>
        <p:spPr>
          <a:xfrm>
            <a:off x="5212080" y="4206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谁可以提供支持？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503920" y="4663440"/>
            <a:ext cx="365760" cy="274320"/>
          </a:xfrm>
          <a:prstGeom prst="roundRect">
            <a:avLst>
              <a:gd name="adj" fmla="val 16667"/>
            </a:avLst>
          </a:prstGeom>
          <a:solidFill>
            <a:srgbClr val="B85042"/>
          </a:solidFill>
          <a:ln/>
        </p:spPr>
      </p:sp>
      <p:sp>
        <p:nvSpPr>
          <p:cNvPr id="50" name="Text 48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2026-07-18T00:08:16Z</dcterms:created>
  <dcterms:modified xsi:type="dcterms:W3CDTF">2026-07-18T00:08:16Z</dcterms:modified>
</cp:coreProperties>
</file>