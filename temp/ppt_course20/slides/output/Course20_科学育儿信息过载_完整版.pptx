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6465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家庭教育中的"科学育儿信息过载"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如何筛选与决策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课程20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7个模块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重新认识育儿信息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信息的来源与本质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信息过载的心理机制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焦虑与决策疲劳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三层筛选框架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证据评估技巧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如何辨别真伪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决策简化策略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化繁为简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20040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家庭共识建立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全家达成一致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持续更新机制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270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与时俱进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4572000"/>
            <a:ext cx="27432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4" name="Shape 32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模块内容详情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模块1：重新认识育儿信息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育儿信息的四大来源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发布者vs传播者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信息接收者类型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模块2：信息过载的心理机制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认知负荷理论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决策疲劳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确认偏误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模块3：三层筛选框架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事实层：数据核实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来源层：可信度评估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价值层：家庭适配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课程导入：你是否也这样？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刷到一个"不能错过"的育儿文章，马上收藏，但再也没打开过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两种截然相反的建议让你更加困惑：到底该听谁的？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每次做决定前都要查很久，但越查越没底气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听到别的孩子报了某个兴趣班，立刻焦虑自己孩子落后了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信息爆炸时代的育儿困境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每天有超过3000篇育儿文章发布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每日育儿文章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8892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育儿APP数量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9202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专家意见冲突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86600" y="19202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8660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信息无限涌来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信息过载的三个表现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选择悖论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选项太多导致无法做出决定，或决策质量下降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234440"/>
            <a:ext cx="3657600" cy="822960"/>
          </a:xfrm>
          <a:prstGeom prst="rect">
            <a:avLst/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34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"早教班选哪个？线上还是线下？外教还是中教？"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知识幻觉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收藏了很多文章就感觉学会了，实际并未消化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3657600" cy="822960"/>
          </a:xfrm>
          <a:prstGeom prst="rect">
            <a:avLst/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468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"这篇文章太有用了！" —— 收藏夹吃灰中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社会比较焦虑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看到别人家孩子的进展，产生不必要的担忧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703320"/>
            <a:ext cx="3657600" cy="822960"/>
          </a:xfrm>
          <a:prstGeom prst="rect">
            <a:avLst/>
          </a:prstGeom>
          <a:solidFill>
            <a:srgbClr val="F4A261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703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"隔壁小明都会了，我家娃还不会..."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信息焦虑的心理机制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" cy="1280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认知负荷超载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大脑一次能处理的信息有限，过多选择会耗尽认知资源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80160"/>
            <a:ext cx="109728" cy="1280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损失厌恶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我们更害怕错过"正确"信息，而非"错误"信息的危害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109728" cy="1280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从众效应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"大家都在这样做"成为默认的行动理由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834640"/>
            <a:ext cx="109728" cy="1280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确认偏误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更容易接受支持自己已有观点的信息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为什么知道的越多，越难做决定？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知识的"获得感"与"行动力"成反比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37160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13716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产生焦虑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1828800"/>
            <a:ext cx="1371600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继续搜索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52160" y="1828800"/>
            <a:ext cx="13716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更加困惑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89520" y="1828800"/>
            <a:ext cx="1371600" cy="64008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推迟决策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信息积累 ≠ 决策能力提升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知道"应该做"不等于"如何做"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完美信息不存在，永远有遗漏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真实案例：三位妈妈的经历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小雨妈妈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606040"/>
            <a:ext cx="118872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06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选择困难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为了给孩子选幼儿园，调研了全市30多所幼儿园，纠结了半年仍无法决定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"每个都有优点，我真的选不出来..."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Coco妈妈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0" y="2606040"/>
            <a:ext cx="118872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606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知识焦虑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关注了50多个育儿公众号，收藏了上百篇文章，却越来越觉得自己不懂育儿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"为什么看了这么多，还是不知道怎么做？"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13716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丸子妈妈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0" y="2606040"/>
            <a:ext cx="118872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606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比较焦虑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看到牛娃视频就焦虑，给孩子报了8个培训班，亲子关系变得紧张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"我不想让娃输在起跑线上..."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课程解决方案：三层框架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28600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第一层：过滤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快速筛选，淘汰明显错误或不适用的信息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2286000" cy="914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第二层：评估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423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核实来源与证据质量，判断可信度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2286000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66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第三层：决策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3566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结合家庭实际情况，做出最适合的选择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目标：从海量信息中快速提取有价值的内容，避免信息过载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重新认识育儿信息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信息的来源、本质与传播规律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我们每天被什么样的信息包围？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9144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581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微信群、朋友圈、小红书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1371600"/>
            <a:ext cx="7315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9144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自媒体账号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496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育儿博主、意见领袖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286000"/>
            <a:ext cx="73152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9144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商业品牌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410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培训机构、奶粉、APP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3200400"/>
            <a:ext cx="7315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9144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77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55448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权威机构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4325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卫健委、WHO、顶级医院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4114800"/>
            <a:ext cx="73152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育儿信息的四大来源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社交传播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朋友圈转发、家族群科普文章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情感化、标题党多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专家意见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医生、教育家、心理咨询师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专业但可能脱离实际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商业营销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品牌软文、机构推广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目标明确：让你付费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★☆☆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学术研究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论文、期刊、机构报告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严谨但难读、结论有限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每类来源的典型特征与可信度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典型特征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可信度指标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建议策略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育儿博主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个人经验、故事化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视资质而定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参考而非奉行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solidFill>
            <a:srgbClr val="FAF8F6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权威专家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240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有数据支持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高但需核实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优先查阅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商业品牌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夸大效果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保持警惕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AF8F6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11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学术论文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方法严谨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611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信息发布者 vs 信息传播者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原始信息来源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对内容负责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有专业背景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结论有依据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例：论文作者、医生、研究员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9319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信息传播者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转发、解读、二次创作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可能断章取义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立场可能影响解读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添加个人解读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例：博主、媒体、朋友圈转发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关键问题：这条信息的原始来源是谁？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你是哪种信息接收者？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全盘吸收，相信一切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容易焦虑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决策困难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经常后悔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80160"/>
            <a:ext cx="265176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有选择地吸收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批判思维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效率优先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偶尔遗漏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280160"/>
            <a:ext cx="2651760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选择性忽略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心态好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可能错过重要信息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需要信息时主动搜索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主动筛选者 vs 被动接收者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主动筛选者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明确自己的需求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设定信息来源白名单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定期清理无效关注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有决策框架，不被牵着走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内心平静，焦虑感低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被动接收者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被算法推送主导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看到什么就看什么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信息越积越多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容易被他人的优先级带跑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经常感到信息过载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目标：成为主动筛选者，掌握信息主动权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本模块核心要点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了解四大信息来源是筛选的第一步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64008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区分"发布者"和"传播者"，追根溯源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64008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认清自己是哪种信息接收者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64008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从被动接收转向主动筛选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64008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建立自己的信息白名单和过滤机制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信息过载的三个表现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深入解析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选择悖论 (The Paradox of Choice)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当选项数量超过大脑处理能力时，选择本身变成了压力源，反而导致决策质量下降或干脆放弃决策。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研究显示：超市提供24种果酱时购买率为3%，提供6种时购买率为30%。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73152" cy="10058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知识幻觉 (Illusion of Knowledge)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449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收集信息的过程带来"我已经了解了"的错觉，但收藏不等于理解，理解不等于应用。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55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收藏100篇文章不如彻底弄懂3篇并付诸行动。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73152" cy="10058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社会比较焦虑 (Social Comparison Anxiety)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社交媒体放大了"别人家孩子"的成功案例，制造不必要的竞争压力。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498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朋友圈晒娃、奥数牛蛙、钢琴神童...都是经过筛选的展示。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信息焦虑的心理机制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为什么我们会被信息绑架？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损失厌恶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损失的心理痛苦 &gt; 获得的心理快乐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错过"正确"方法的恐惧远大于采纳"错误"方法的遗憾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双曲贴现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未来收益被系统性低估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"以后再说"让我们不断推迟重要决策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群体智慧（陷阱）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"大家都在这样做"≠ 这样做是对的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从众效应在信息爆炸时代被算法放大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稀缺心智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带宽被耗尽时决策质量下降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当满脑子都是焦虑时，理性思考的空间就没了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6465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信息筛选的三层框架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从事实到价值，系统化筛选决策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三层筛选框架概览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solidFill>
            <a:srgbClr val="2A9D8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数据核实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信息本身是否真实？数字来源可靠吗？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234440"/>
            <a:ext cx="2651760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solidFill>
            <a:srgbClr val="E9C46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可信度评估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发布者资质？利益关联？同行评审？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34440"/>
            <a:ext cx="265176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家庭适配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适合我的孩子吗？符合我的价值观？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第一层：事实层 — 数据核实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核心问题：信息本身是真的吗？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数字有来源吗？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查看是否注明了调查机构、样本量、发布时间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样本量足够吗？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4378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小样本结论需谨慎，通常N&gt;100才有统计意义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00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3009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是相关性还是因果性？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64845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"喝咖啡的人更长寿"可能是混淆变量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05656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1056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数据是否被断章取义？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4531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原研究结论可能被夸大或歪曲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第二层：来源层 — 可信度评估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E9C46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核心问题：发布者值得信任吗？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011680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专业资质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是否有相关领域认证？医生？研究员？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801368"/>
            <a:ext cx="82296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013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重要度 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011680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利益关联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是否从内容中获益？广告？付费推广？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2578608"/>
            <a:ext cx="82296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25786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重要度 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011680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同行评审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3246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是否经过专业机构审核？学术期刊？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3355848"/>
            <a:ext cx="82296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3558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重要度 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2011680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023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过往观点是否准确？有无翻车历史？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4133088"/>
            <a:ext cx="82296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1330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重要度 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第三层：价值层 — 家庭适配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核心问题：这个选择适合我的家庭吗？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与我的育儿理念一致吗？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例：快乐教育 vs. 精英教育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我的孩子当前阶段需要吗？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163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例：敏感期、发育水平、兴趣倾向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家庭资源能支持吗？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例：时间、金钱、精力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全家人都认可吗？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3708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例：需要家人配合执行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三层框架的实际应用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案例：要不要送孩子去感统训练？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772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5544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查阅研究文献：感统训练对正常儿童效果不显著；对感觉处理障碍儿童有改善作用。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1828800"/>
            <a:ext cx="4572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7772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109728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6517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信息来源：某感统训练机构 vs. 权威医疗机构。研究显示该机构存在夸大宣传。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2926080"/>
            <a:ext cx="4572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7772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9040"/>
            <a:ext cx="109728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37490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孩子没有明显感觉处理问题；每周两节课会增加孩子负担；全家对培训班已有抵触。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4023360"/>
            <a:ext cx="45720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结论：不需要送孩子去感统训练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快速筛选的10秒法则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拿到一条信息，10秒内做出初步判断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88720" cy="822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1600200"/>
            <a:ext cx="274320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600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看标题和来源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标题党、情绪煽动 → 直接忽略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188720" cy="822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606040"/>
            <a:ext cx="274320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606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扫全文结构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606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无数据、无来源 → 降低可信度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188720" cy="822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118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7-10秒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0" y="3611880"/>
            <a:ext cx="274320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611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判断是否值得深读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相关且可信 → 收藏待细读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建立你的信息白名单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定期维护的可靠信息来源清单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权威机构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554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WHO、卫健委、顶级儿童医院官方发布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691640"/>
            <a:ext cx="118872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长期订阅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82880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学术资源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PubMed、Cochrane、权威期刊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514600"/>
            <a:ext cx="118872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定期查阅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82880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可信赖的专家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200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有资质、无利益关联、历史记录良好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3337560"/>
            <a:ext cx="118872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重点关注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182880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实战家长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023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经历相似、理性客观、愿意分享失败经验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4160520"/>
            <a:ext cx="118872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4160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参考借鉴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建议：控制在20个以内，每季度回顾更新一次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警惕：常见的信息陷阱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幸存者偏差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只看到成功案例，忽视大量失败案例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"我邻居的孩子就这样教的，挺好的"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专家头衔滥用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非相关领域专家的背书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"XX明星推荐"、"哈佛教授说"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恐惧营销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制造焦虑来吸引关注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"不看就会害了孩子"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17520"/>
            <a:ext cx="40233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017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伪科学包装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把常识重新包装成"科学发现"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"最新研究证明..."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决策简化：从"纠结"到"行动"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设定底线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哪些是绝对不接受/接受的？提前划定红线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满意即可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不是选最优方案，而是选足够好的方案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设置期限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971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信息收集不超过XX分钟，到时间必须做决定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允许试错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3840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决定后如果不对，可以调整；完美决策不存在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家庭内部的决策共识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育儿决策需要全家参与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13716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共同确定核心价值观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在信息筛选前，先对齐家庭的育儿核心价值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91440" cy="13716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分工明确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谁负责信息收集？谁做最终决定？谁执行？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91440" cy="13716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每月回顾决策效果，及时调整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108960"/>
            <a:ext cx="91440" cy="13716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避免育儿观念冲突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分歧时回到"三层框架"理性讨论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持续更新：与时俱进的信息管理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信息环境不断变化，需要动态调整策略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8872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快速浏览信息源，更新收藏夹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8872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复盘本月采纳的信息，效果如何？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18872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61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审视白名单，去除低质量来源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8872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023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全面审视育儿理念和框架，必要时调整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1828800"/>
          </a:xfrm>
          <a:prstGeom prst="rect">
            <a:avLst/>
          </a:prstGeom>
          <a:solidFill>
            <a:srgbClr val="2A9D8F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科学育儿，从"减法"开始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不是学得越多越好，而是筛选得越准越有效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74904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认识信息过载的本质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74904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掌握三层筛选框架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374904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建立信息白名单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374904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简化决策流程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课程20 | 家庭教育中的科学育儿信息过载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锚定你的决策框架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建立你的育儿决策锚点系统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为什么需要决策锚点？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信息过载的困境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每天收到数百条育儿建议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说法不一，让人无所适从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焦虑感不断累积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决策效率低下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锚点的作用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提供明确的判断标准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05740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减少决策时的犹豫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65176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建立内在的稳定感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24612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703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让选择变得清晰简单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8404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什么是核心锚点？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2A9D8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核心锚点是你育儿的终极目标，是所有决策的北极星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核心锚点的特征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108960"/>
            <a:ext cx="265176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长期导向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关注10年后的结果，而非眼前的得失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31089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3108960"/>
            <a:ext cx="265176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价值驱动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57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基于你认同的教育理念，而非外界标准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108960"/>
            <a:ext cx="265176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高度稳定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不会随流行趋势或他人评价而动摇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什么是底线锚点？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底线锚点是不可逾越的红线，是保护孩子安全的最后屏障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底线锚点的类型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安全底线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交通规则、药品安全、陌生人接触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10896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健康底线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749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充足睡眠、基本营养、定期体检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10896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道德底线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749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不说谎、不欺负他人、尊重他人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什么是弹性锚点？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E9C46A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弹性锚点是可以灵活调整的空间，让育儿方式适应不同情境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弹性锚点的运用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821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起床时间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31821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睡眠时长优先，具体时间灵活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1089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1821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课外活动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31821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兴趣探索为主，数量可调整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965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电子产品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40965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内容质量优先，时长可商量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40233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0965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学习安排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0965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习惯养成优先，方式灵活多变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三类锚点的对比与联系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核心锚点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3017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不可改变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培养独立思考能力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65176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91840" y="1783080"/>
            <a:ext cx="26517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不可逾越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3017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严格坚守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566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不单独跟陌生人走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弹性锚点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26480" y="1783080"/>
            <a:ext cx="26517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灵活空间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3017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可以调整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566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周末作息时间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2A9D8F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三类锚点协同运作：核心锚点指明方向，底线锚点守护安全，弹性锚点保持适应力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如何找到你的核心锚点？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通过四个关键问题，找到你的核心锚点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0" cy="1417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你希望孩子20年后成为什么样的人？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写下3-5个关键词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600200"/>
            <a:ext cx="548640" cy="1417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0020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1737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哪种育儿方式让你感到内心平静？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而不是焦虑或愧疚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0" cy="1417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当你违背了什么会让你感到后悔？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这往往指向真正的价值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200400"/>
            <a:ext cx="548640" cy="1417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0040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3337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如果只能选一件事，你会坚持什么？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这就是你的核心锚点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核心锚点的筛选标准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什么是真正重要的原则？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与价值观一致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锚点必须反映家庭核心价值观，不是临时应对问题的权宜之计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73152" cy="685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50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长期稳定性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24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至少在3-5年内不会因为外界变化而轻易动摇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685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具体可执行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5478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能够转化为明确的行动指南，而非模糊的理念口号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96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全家认可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3708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经过充分讨论，获得主要家庭成员的理解和认同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底线锚点：家庭共识的形成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不可逾越的红线是如何建立的？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83080"/>
            <a:ext cx="685800" cy="6858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识别分歧点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找到家庭成员间观点冲突最明显的话题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6002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783080"/>
            <a:ext cx="685800" cy="6858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2606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追溯根本诉求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063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理解每个人立场背后的真实需求是什么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783080"/>
            <a:ext cx="685800" cy="6858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2606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寻找共同目标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提炼全家人都认可的更高层价值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6002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1783080"/>
            <a:ext cx="685800" cy="6858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2606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明确底线边界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063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确定哪些是绝对不可妥协的，哪些可以灵活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底线锚点的形成是动态过程，需要定期回顾和调整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弹性锚点：边界在哪里？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在坚持原则与灵活应变之间找到平衡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弹性区的特征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允许根据情境调整具体做法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37160" cy="1371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不同家庭成员可以有不同的执行方式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37160" cy="1371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可以随孩子年龄增长而扩展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37160" cy="1371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不会因为一时挫折而彻底崩塌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37160" cy="1371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是否触及底线锚点？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不可调整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调整后家庭氛围是否仍和谐？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需要重新考虑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孩子是否能理解这种灵活性？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说明沟通到位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是否为了短期方便而妥协？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警惕短期主义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三个锚点的协调与可能冲突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当三个锚点相互矛盾时如何处理？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7320" y="1508760"/>
            <a:ext cx="822960" cy="8229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核心锚点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长期稳定的价值观原则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822960" cy="8229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不可逾越的红线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0" y="1508760"/>
            <a:ext cx="822960" cy="8229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弹性锚点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可灵活调整的边界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冲突处理原则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45720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 &gt; 核心锚点 &gt; 弹性锚点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红线不可触碰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45720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当核心与弹性冲突时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回到家庭价值观检验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45720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34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8872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当多个底线冲突时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选择伤害最小的那个方向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自检清单：好锚点 vs 坏锚点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好锚点的特征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坏锚点的特征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0136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91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表述清晰，所有人都能理解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30428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194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有具体的执行标准可对照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80720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974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在压力下仍能坚持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1012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004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经过充分讨论达成共识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1304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03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能够解释"为什么这样做"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31596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062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定期回顾而非一成不变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691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801368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691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模糊抽象，无法判断是否做到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304288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194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"差不多就行"的心态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6974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807208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6974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只在孩子表现好时有效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310128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32004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一方强加，另一方被迫接受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7033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813048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703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无法回答选择它的理由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206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4315968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42062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制定后再无人过问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70916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提示：每季度对家庭锚点进行一次全面检视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练习：我的三个锚点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动手写出属于你的家庭锚点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201168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核心锚点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600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在教育孩子的过程中，什么是你认为最重要、不可妥协的价值观？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011680"/>
            <a:ext cx="5852160" cy="365760"/>
          </a:xfrm>
          <a:prstGeom prst="rect">
            <a:avLst/>
          </a:prstGeom>
          <a:solidFill>
            <a:srgbClr val="FAF8F6"/>
          </a:solidFill>
          <a:ln w="6350">
            <a:solidFill>
              <a:srgbClr val="2A9D8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697480" y="2011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例如：尊重、诚信、好奇心...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2011680" cy="10058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底线锚点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743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什么是绝对不能跨越的红线？即使发生冲突也要坚持的是什么？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3154680"/>
            <a:ext cx="5852160" cy="365760"/>
          </a:xfrm>
          <a:prstGeom prst="rect">
            <a:avLst/>
          </a:prstGeom>
          <a:solidFill>
            <a:srgbClr val="FAF8F6"/>
          </a:solidFill>
          <a:ln w="6350">
            <a:solidFill>
              <a:srgbClr val="2A9D8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697480" y="3154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例如：不人身攻击、不说谎、不伤害他人...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2011680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弹性锚点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3886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哪些方面你愿意灵活调整？边界在哪里？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4297680"/>
            <a:ext cx="5852160" cy="365760"/>
          </a:xfrm>
          <a:prstGeom prst="rect">
            <a:avLst/>
          </a:prstGeom>
          <a:solidFill>
            <a:srgbClr val="FAF8F6"/>
          </a:solidFill>
          <a:ln w="6350">
            <a:solidFill>
              <a:srgbClr val="2A9D8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697480" y="4297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例如：作业完成时间、电子设备使用时长...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与家人一起讨论，达成共识后正式记录下来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锚点设定常见误区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避开这些坑，让锚点真正发挥作用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0233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把焦虑当锚点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误区：因为害怕某个负面结果而设定规则，而非基于积极价值观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3749040" cy="4572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建议：区分真正的教育原则和恐惧驱动的反应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554480"/>
            <a:ext cx="40233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锚点过多过细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误区：试图用规则控制一切细节，反而失去重点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2514600"/>
            <a:ext cx="3749040" cy="4572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建议：抓大放小，核心锚点不超过5-7个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46120"/>
            <a:ext cx="40233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只有要求没有支持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误区：设定规则却不提供实现条件，导致频繁失败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206240"/>
            <a:ext cx="3749040" cy="4572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建议：每个锚点都配套具体的支持措施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246120"/>
            <a:ext cx="40233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家庭成员各有一套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703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误区：父母各定各的规则，孩子无所适从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4206240"/>
            <a:ext cx="3749040" cy="4572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建议：父母先统一，再传递给孩子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6465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把决策变成习惯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从知道到做到的桥梁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为什么知道但做不到？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知识幻觉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6184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以为"知道了"就等于"掌握了"，忽视了大量练习的必要性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认知吝啬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5328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大脑偏好走捷径，遇到问题时自动退回默认模式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情绪劫持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4472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压力、焦虑等情绪占据认知资源，理性决策空间被挤压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缺乏反馈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3616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看不到自己判断的正误，缺乏即时反馈来校准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决策日志：追踪你的判断过程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E9C46A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记录不是为了后悔，而是为了校准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09728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7830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当时面临的具体情况是什么？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109728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0487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40487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我当时的决定是什么？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109728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66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02666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我基于哪些信息做出这个判断？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109728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4845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64845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实际结果如何？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109728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7024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427024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如果重来，我会怎么改进？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决策日志的正确打开方式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即时记录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决策后24小时内记录，趁记忆清晰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聚焦过程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记录你的思考过程，而非只是结果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诚实面对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即使是错误的判断也要如实记录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71800"/>
            <a:ext cx="5029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定期翻阅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每周回顾一次，观察自己的思维模式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每周复盘：让判断力持续迭代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复盘的核心：不是检讨，而是校准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659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37360"/>
            <a:ext cx="196596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本周做了哪些重要决策？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19659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737360"/>
            <a:ext cx="1965960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哪些做对了？哪些有偏差？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19659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737360"/>
            <a:ext cx="196596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偏差的根源是什么？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737360"/>
            <a:ext cx="19659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737360"/>
            <a:ext cx="196596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514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下次如何做得更好？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复盘问句清单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我当时收集了哪些信息？是否有遗漏重要来源？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7772400" cy="9144"/>
          </a:xfrm>
          <a:prstGeom prst="rect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38528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我是如何评估这些信息可信度的？标准合理吗？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395728"/>
            <a:ext cx="7772400" cy="9144"/>
          </a:xfrm>
          <a:prstGeom prst="rect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88336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883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我的判断受到了哪些情绪或偏见的影响？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145536"/>
            <a:ext cx="7772400" cy="9144"/>
          </a:xfrm>
          <a:prstGeom prst="rect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38144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如果重来，我会在信息收集或分析上做什么调整？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895344"/>
            <a:ext cx="7772400" cy="9144"/>
          </a:xfrm>
          <a:prstGeom prst="rect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87952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1879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这次经历可以加入我的决策清单吗？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习惯形成的时间周期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1-21天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习惯化期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280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刻意提醒自己，依赖意志力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828800" cy="914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22-66天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逐渐自动化，但仍需意识参与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82880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67-254天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566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成为无意识的自然反应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264653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关键洞察：平均需要66天才能形成稳定的习惯，比21天习惯法要长得多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如何设置合理的里程碑？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最小可行性目标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581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每天只做5分钟，不追求完美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第2-3周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建立节奏感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450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固定时间、固定地点、形成触发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第4-6周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突破舒适区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319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逐步增加难度，建立信心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第7-10周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强化与调整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187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根据实际情况微调策略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1234440"/>
            <a:ext cx="3017520" cy="3108960"/>
          </a:xfrm>
          <a:prstGeom prst="rect">
            <a:avLst/>
          </a:prstGeom>
          <a:solidFill>
            <a:srgbClr val="E9C46A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SMART原则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Specific 具体的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286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- Measurable 可测量的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Achievable 可实现的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Relevant 相关的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657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Time-bound 有时限的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遇到旧习惯反弹怎么办？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280160"/>
          </a:xfrm>
          <a:prstGeom prst="rect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为什么会反弹？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大脑喜欢节能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环境暗示依然存在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压力或疲劳降低自控力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28016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反弹是正常的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研究表明平均需要3-4次尝试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不要因为一次失败就放弃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关键是每次都重新开始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接纳而非自责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743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自我同情比自我批评更有效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分析触发因素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记录反弹时的情境和情绪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调整环境设计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840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减少接触旧习惯的触发线索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320040" cy="320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从小重新开始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4389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不要试图一下子回到巅峰状态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家庭协作：让家人也参与进来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2377440"/>
          </a:xfrm>
          <a:prstGeom prst="rect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父母以身作则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孩子通过观察学习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一起参与比单独要求更有效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建立家庭统一的习惯清单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2377440"/>
          </a:xfrm>
          <a:prstGeom prst="rect">
            <a:avLst/>
          </a:prstGeom>
          <a:solidFill>
            <a:srgbClr val="E9C46A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让爸爸也参与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避免妈妈独自承担压力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分工合作互相支持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男性育儿视角的补充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51760" cy="2377440"/>
          </a:xfrm>
          <a:prstGeom prst="rect">
            <a:avLst/>
          </a:prstGeom>
          <a:solidFill>
            <a:srgbClr val="F4A261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孩子参与决策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给予适当的选择权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尊重孩子的节奏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培养内在动机而非外部压力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264653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家庭协作的核心：统一目标、分工合作、彼此支持，而不是互相指责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 核心要点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习惯形成需要时间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平均66天形成稳定习惯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21天习惯法不科学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分阶段设定目标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SMART目标原则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具体的、可测量的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可实现的、相关的、有时限的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从小目标开始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应对反弹的策略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接纳而非自责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分析触发因素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从小重新开始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家庭协作重要性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父母以身作则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让爸爸也参与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让孩子参与决策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264653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实战案例工作坊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用真实案例演练决策框架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案例工作坊说明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学习格式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202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17830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9202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028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3172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核心困境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17830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9202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可行的路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17830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9202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你会选哪个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7830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19202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64653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每个案例没有"正确答案"，重要的是理清自己的价值观和决策逻辑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案例1: 睡眠训练的选择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AF8F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宝宝6个月，每晚醒3-4次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妈妈睡眠严重不足，白天无法工作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妈妈读到"哭声免疫法"文章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婆婆说"哭就不抱，会哭坏孩子"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丈夫支持尝试睡眠训练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核心挑战: 不同方法的利弊不同，家人意见冲突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Options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哭声免疫法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任由宝宝哭一段时间再安抚，逐步拉长间隔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见效快 | 弊: 可能影响安全依附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温和引导法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逐步建立规律作息，用安抚替代奶睡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温和科学 | 弊: 见效慢，需耐心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暂时妥协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继续夜奶，等宝宝自然断夜奶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全家和谐 | 弊: 妈妈长期睡眠剥夺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反思: 你的选择依据是什么？家人的意见如何协调？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案例2: 辅食添加的时机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AF8F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宝宝4个月，奶量下降明显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妈妈查资料：WHO建议6个月加辅食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但妈妈群有人说"4个月加辅食更好"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宝宝湿疹反复，有过敏家族史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妈妈很焦虑，不知道该信谁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核心挑战: 权威建议相互矛盾，个体情况不同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Options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等到6个月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严格按WHO建议，等宝宝消化系统成熟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降低过敏风险 | 弊: 奶量不足可能影响生长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4个月开始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参考"经验之谈"，少量尝试高铁米粉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补充奶量不足 | 弊: 过敏风险增加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观察信号再加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看宝宝是否对食物感兴趣、有坐立能力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个性化判断 | 弊: 需要家长有耐心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反思: 你更看重"专家建议"还是"宝宝信号"？为什么？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案例3: 早教班要不要报?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AF8F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孩子1岁半，妈妈考虑报早教班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周围孩子都在上，怕"输在起跑线"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课程顾问宣称"促进大脑发育"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学费每年2万，爸爸觉得是智商税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但妈妈自己不知道如何陪玩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核心挑战: 投入大，效果难以量化，家庭意见不一致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Options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报知名早教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选择口碑好的机构，系统性陪玩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专业引导 | 弊: 价格高，时间成本大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自己学习陪玩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网上找资源，在家创造早教环境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经济实惠 | 弊: 需要家长投入时间学习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先不上再说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等孩子再大些，观察兴趣再决定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减少盲目投入 | 弊: 可能错过某些发展窗口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反思: 你的决策更多受"焦虑"还是"需求"驱动？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案例4: 屏幕时间的界限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AF8F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孩子2岁，喜欢看手机上的动画片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妈妈限制每天30分钟"Peppa Pig"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爷爷奶奶宠爱："看一下怎么了"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幼儿园同学都在看，手机是社交话题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有人说"好的App也能早教"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核心挑战: 规则执行不一致，长辈配合难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Options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严格限制30分钟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全家统一规则，使用家长控制App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清晰一致 | 弊: 冲突增多，孩子叛逆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允许"教育内容"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筛选优质App，时间可适当延长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有选择地利用 | 弊: 标准难统一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用活动替代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用户外/绘本/游戏填满时间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减少依赖 | 弊: 家长精力消耗大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反思: 你担心的是"屏幕本身"还是"看屏幕取代了什么"？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案例5: 疫苗选择与摇摆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AF8F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宝宝2个月，要接种脊灰疫苗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免费IPV或自费五联？价格差10倍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网上有人说"进口苗更安全"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又有人说"不良反应被夸大了"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新手妈妈完全不知道如何判断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核心挑战: 专业信息看不懂，立场不同结论不同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Options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全程免费疫苗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严格按照国家免疫程序接种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安全验证成熟 | 弊: 针次多，可能反应大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全程自费疫苗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选择五联/十三价等，减少针次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减少痛苦 | 弊: 费用高，信息不对称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混合选择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只选必要的自费，如十三价肺炎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平衡风险与成本 | 弊: 需要研究判断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反思: 面对专业领域，你的决策信任谁？依据是什么？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案例6: 择校的关键考量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AF8F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孩子快3岁，要考虑幼儿园了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小区公立园便宜但担心质量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私立园国际园价格高，理念新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朋友选择了在家上学，觉得挺好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全家对未来教育方向有分歧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核心挑战: 教育理念差异大，试错成本高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Options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公立幼儿园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就近入学，性价比高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费用低，教师有编制 | 弊: 班额大，个性化关注少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私立/国际园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小班教学，蒙氏/瑞吉欧等理念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理念先进 | 弊: 质量参差，费用高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在家上学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家长主导或在家学习社群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利: 高度个性化 | 弊: 社交机会少，家长压力大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反思: 你选择学校的首要标准是什么？孩子的声音重要吗？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案例分析：三人讨论与汇报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 Lily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9C46A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焦虑型搜索者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每天刷育儿公号10+篇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收藏夹有200+篇待读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经常转发给家人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371600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 David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5603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沉默型决策者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看到信息直接做决定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很少解释原因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事后才说"我查过了"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1371600"/>
            <a:ext cx="731520" cy="7315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奶奶 Grandma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25603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经验型守护者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0175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觉得过去经验最靠谱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对新技术持怀疑态度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常说"你就是我这么带大的"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三个案例的共同模式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2103120"/>
            <a:ext cx="2194560" cy="2194560"/>
          </a:xfrm>
          <a:prstGeom prst="ellipse">
            <a:avLst/>
          </a:prstGeom>
          <a:solidFill>
            <a:srgbClr val="2A9D8F">
              <a:alpha val="20000"/>
            </a:srgbClr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过载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AF8F6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公号算法推送更多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2801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AF8F6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专家说法互相矛盾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AF8F6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每个家人一套逻辑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4747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AF8F6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566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越看越不知道怎么做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874520"/>
            <a:ext cx="731520" cy="54864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874520"/>
            <a:ext cx="731520" cy="54864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657600"/>
            <a:ext cx="731520" cy="-54864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657600"/>
            <a:ext cx="731520" cy="-54864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9C46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建立你的家庭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信息管理系统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从混乱到有序，从焦虑到笃定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为什么需要一个系统？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4A26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Without System 无系统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信息碎片化，找不到想要的内容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决策标准模糊，全凭感觉和情绪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家人各执己见，无法达成共识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过段时间就忘了当初为什么那么选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重复踩坑，同类问题反复纠结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2A9D8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System 有系统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信息有序归档，随用随取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评估标准明确，决策有据可依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全家共享框架，沟通更高效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记录决策过程，方便复盘改进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形成家庭知识积累代代传承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家庭信息管理系统的四个组件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AF8F6"/>
          </a:solidFill>
          <a:ln w="2540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信息来源清单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明确信任的信息源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过滤噪音和低质内容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32588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统一评估维度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让判断有据可依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461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决策锚点卡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关键时刻的关键问题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帮助快速决策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AF8F6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2461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日志与复盘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持续优化迭代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组件一：信息来源清单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1 - 核心信任源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权威医学机构网站  |  国家级教育政策文件  |  长期跟踪的专家公号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优先级最高，遇到分歧以此为准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AF8F6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1460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2 - 参考信任源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知名育儿博主（持续关注1年+）  |  口碑好的书籍  |  身边有经验的家长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参考使用，交叉验证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AF8F6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9476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3 - 偶尔参考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算法推荐的热门内容  |  朋友圈转发文章  |  短视频平台的科普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保持警惕，用Tier 1标准过滤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组件二：评估标准卡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0700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来源可信度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1704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是谁说的？有无利益关联？同行怎么看？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98424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47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证据强度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194767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是个案还是研究？有无对照组？样本量多大？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761488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适用性判断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27249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适合我家孩子吗？年龄/性格/情境匹配吗？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290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53872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502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可操作性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350215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我能做到吗？需要多少资源？代价值得吗？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4223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2062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431596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42793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短期有效，长期呢？有没有隐藏风险？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组件三：决策锚点卡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关键时刻的灵魂拷问，帮助你快速做出决策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25400">
            <a:solidFill>
              <a:srgbClr val="2646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743200" cy="5486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信息锚点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465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这条信息值得我花时间吗？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用Tier 1标准快速过滤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不重要的直接跳过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600200"/>
            <a:ext cx="274320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决策锚点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9D8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如果我选错了，最坏的结果是什么？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可逆的决策快速试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不可逆的多方验证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600200"/>
            <a:ext cx="274320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共识锚点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C46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我们全家能接受这个决定吗？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提前沟通减少阻力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有分歧时求同存异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组件四：日志与复盘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决策日志模板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1691640"/>
            <a:ext cx="4206240" cy="347472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91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2024-xx-xx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167128"/>
            <a:ext cx="4206240" cy="347472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167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要解决的核心问题是什么？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2642616"/>
            <a:ext cx="4206240" cy="347472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6426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我考虑了哪些方案？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7238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3118104"/>
            <a:ext cx="4206240" cy="347472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1181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最终选择是什么？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4787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3593592"/>
            <a:ext cx="4206240" cy="347472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5935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这个决策的主要依据？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80160" y="4069080"/>
            <a:ext cx="4206240" cy="347472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069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一段时间后的效果如何？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114300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E9C46A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复盘三问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89320" y="16916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AF8F6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 vs 实际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结果符合预期吗？差在哪里？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6974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AF8F6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学到什么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这次决策有什么可以改进？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7033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AF8F6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下次怎么改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类似情况下次注意什么？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工具卡的使用场景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刷到一篇让你焦虑的文章时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170432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信息来源清单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先查来源是否在Tier 1，不在则快速划过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30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纠结要不要给孩子报某个课程时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2130552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30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用5个维度打分，看综合得分是否值得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90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和家人教育理念冲突时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3090672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0906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决策锚点卡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用共识锚点问：我们能否找到共同点？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50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做完一个重大决定后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4050792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50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日志与复盘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434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记录决策过程，设定复盘时间点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如何让全家参与进来？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核心原则：系统是为了家人，不是为了控制家人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统一认知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9933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召开家庭会议，解释信息过载的危害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0" cy="1371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770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共建规则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7706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全家一起制定信息来源清单和评估标准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0" cy="1371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547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分工协作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5478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谁负责查资料，谁负责评估，谁做记录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0" cy="1371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325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43251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每月一次家庭会议，回顾决策效果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家庭会议的召开方式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8F6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日常快会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4A261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5-10分钟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时间: 晚饭时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适合: 日常信息分享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周末例会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7830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9C46A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时间: 周六上午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适合: 本周决策复盘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专题讨论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1小时+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时间: 需要时召开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适合: 重大问题决策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264653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成功开会的小贴士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提前告知议题  2) 每个人都有发言权  3) 不批评只记录  4) 结论要明确  5) 指定执行人和时间点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常见问题与应对策略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9C46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家人不配合，觉得太麻烦怎么办？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AF8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从最小行动开始，比如先只建立信息来源清单，不追求一步到位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9C46A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7568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评估标准太多，记不住怎么办？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AF8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3288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做成小卡片放在冰箱上，常用的5个维度先烂熟于心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9C46A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358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遇到分歧时听谁的？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AF8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4930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谁负责执行听谁的，事后用日志复盘验证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9C46A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959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信息源清单需要多久更新一次？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AF8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4531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每月检视一次，删除低质量来源，补充新发现的好来源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 核心要点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3075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用四个组件构建家庭信息管理系统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5740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分层信任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0848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信息来源分三层，优先级清晰不焦虑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3464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346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五维评估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8620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从可信度、证据、适用性、可操作性、长期影响判断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1188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11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锚点决策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63931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信息锚点、决策锚点、共识锚点快速决策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8912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日志复盘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0" y="4416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记录决策过程，持续优化迭代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6465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9C46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总结与行动计划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657600" y="3291840"/>
            <a:ext cx="18288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从知道到做到，从学习到应用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371600"/>
            <a:ext cx="54864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信息环境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信息过载的现状与挑战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2344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54864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焦虑根源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育儿焦虑的深层原因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1371600"/>
            <a:ext cx="54864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筛选技术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四层信息分类法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2344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371600"/>
            <a:ext cx="54864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决策框架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三个锚点框架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291840"/>
            <a:ext cx="54864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家庭协作与共识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51760" y="3154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291840"/>
            <a:ext cx="54864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四个组件构建系统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1546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AF8F6"/>
          </a:solidFill>
          <a:ln w="25400">
            <a:solidFill>
              <a:srgbClr val="264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3291840"/>
            <a:ext cx="54864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行动规划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总结与30天计划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2057400"/>
            <a:ext cx="45720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663440" y="2057400"/>
            <a:ext cx="45720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858000" y="2057400"/>
            <a:ext cx="45720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86000" y="3154680"/>
            <a:ext cx="27432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480560" y="3154680"/>
            <a:ext cx="27432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675120" y="3154680"/>
            <a:ext cx="27432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核心金句回顾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信息不是力量，筛选过的信息才是力量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2344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课程核心观点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焦虑不是你的问题，是信息环境的问题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2011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少即是多，慢即是快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27889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Module 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决策质量取决于决策框架，而非信息量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35661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82296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60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31520" y="4297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系统不是为了控制，而是为了自由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43434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4343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四层信息分类法金句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3716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43000"/>
            <a:ext cx="8275320" cy="822960"/>
          </a:xfrm>
          <a:prstGeom prst="roundRect">
            <a:avLst>
              <a:gd name="adj" fmla="val 6667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6465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216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权威来源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216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经过时间检验的专业渠道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WHO官网、国家卫健委、顶级期刊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13716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057400"/>
            <a:ext cx="8275320" cy="822960"/>
          </a:xfrm>
          <a:prstGeom prst="roundRect">
            <a:avLst>
              <a:gd name="adj" fmla="val 6667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488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48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1305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130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有经验的专业人士或过来人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你信任的医生、多年经验的老师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37160" cy="822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971800"/>
            <a:ext cx="8275320" cy="822960"/>
          </a:xfrm>
          <a:prstGeom prst="roundRect">
            <a:avLst>
              <a:gd name="adj" fmla="val 6667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632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044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社群来源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同级别家长的实践经验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家长群口碑、论坛真实反馈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137160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886200"/>
            <a:ext cx="8275320" cy="822960"/>
          </a:xfrm>
          <a:prstGeom prst="roundRect">
            <a:avLst>
              <a:gd name="adj" fmla="val 6667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9776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77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3959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大众来源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4640" y="39593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算法推送的热门内容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短视频、标题党文章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金句: 信息分类不是歧视，是对自己认知资源的尊重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三个锚点框架金句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2540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信息锚点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6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值得花时间的信息，才值得认真对待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先过滤，再深入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274320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决策锚点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可逆的决策快速试，不可逆的多方验证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风险与收益的平衡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共识锚点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没有共识的决策，执行起来代价更大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沟通是决策的一部分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264653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金句: 锚点不是限制，而是决策的加速器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决策日志金句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决策日志的价值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为未来的自己留下参考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发现决策中的盲点和改进空间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成为家庭知识积累的一部分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用结果检验当初的判断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14300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E9C46A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金句摘录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1691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「今天的记录，是明天的智慧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350008"/>
            <a:ext cx="27432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「不记录，等于没发生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3127248"/>
            <a:ext cx="27432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「复盘不是为了后悔，而是为了下次更好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3904488"/>
            <a:ext cx="274320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4023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「好的决策者，都是从错误中学习的人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你的收获是什么？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请思考以下问题，对照自己的收获：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45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信息过载给你带来了哪些具体的困扰？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回忆最近一次因为信息太多而焦虑的经历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四层信息分类法，哪个层级对你最有帮助？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620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想想你平时主要信息来源属于哪一层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7472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83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三个锚点框架，哪个最让你有共鸣？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307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是你遇到决策困境时的思考方式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34340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519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你打算如何让家人一起参与信息管理？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5994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想象第一次家庭会议的场景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6400800" cy="73152"/>
          </a:xfrm>
          <a:prstGeom prst="rect">
            <a:avLst/>
          </a:prstGeom>
          <a:solidFill>
            <a:srgbClr val="26465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9202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AF8F6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26974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第1-10天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 建立意识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认识信息过载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开始记录信息源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9202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AF8F6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6974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第11-20天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 建立框架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建立信息来源清单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实践评估标准卡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0" y="19202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0" y="2560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6974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第21-30天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 形成习惯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家庭会议启动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日志复盘习惯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第一阶段（第1-10天）：建立意识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核心目标：认识信息过载问题，开始有意识地记录和观察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第1-3天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182880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920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观察记录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26771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记录你每天接触育儿信息的渠道、时间和情绪反应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第4-6天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283464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9260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2735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找出让你最焦虑的三条信息，分析触发焦虑的原因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第7-10天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38404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931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初步整理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2793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建立自己的信息来源清单初版，标注主要来源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提示：这个阶段不要追求完美，重点是开始觉察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第二阶段（第11-20天）：建立框架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9C46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核心目标：建立信息来源清单和评估标准卡，形成决策框架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第11-13天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182880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920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完善清单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26771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完善信息来源清单，按三个层级分类，删除低质量来源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第14-16天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283464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9260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制定标准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2735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制定评估标准卡，熟悉五个评估维度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第17-20天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38404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931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实践应用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2793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选择一个小决策，用评估标准卡实践一次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提示：把清单和标准卡打印出来，贴在显眼位置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第三阶段（第21-30天）：形成习惯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核心目标：启动家庭会议，建立日志复盘习惯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第21-24天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182880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920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家庭启动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26771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召开第一次家庭会议，分享所学，征询家人意见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第25-27天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283464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9260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建立日志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2735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选择一个真实决策，填写决策日志并复盘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第28-30天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38404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931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习惯巩固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2793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回顾30天收获，制定后续优化计划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提示：30天不是终点，是新习惯的起点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如何检验学习成果？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我能快速判断一条信息的来源可靠性吗？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验证: 可以在30秒内给出判断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0" y="12344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Yes  [ ] Partially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47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我能在决策前使用评估标准吗？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585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验证: 遇到重大决策会主动使用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Yes  [ ] Partially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249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我能向家人解释我的决策依据吗？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358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验证: 可以用课程框架清晰表达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2788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Yes  [ ] Partially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021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我有持续记录决策日志的习惯吗？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81304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验证: 已记录3次以上真实决策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35661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Yes  [ ] Partially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2793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我的育儿焦虑是否有所缓解？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5902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验证: 感受到明显的变化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43434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AF8F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343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Yes  [ ] Partially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持续精进的资源推荐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4572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书籍推荐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《思考，快与慢》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Daniel Kahneman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理解决策偏见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56032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《如何阅读一本书》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90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艾德勒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提升信息筛选能力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256032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《原则》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 Dalio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33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建立决策框架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14300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143000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信息源推荐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世界卫生组织官网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1984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221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权威健康信息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560320"/>
            <a:ext cx="256032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中国知网/万方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990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学术数据库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227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研究文献检索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566160"/>
            <a:ext cx="256032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Nature/Science Kids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995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科学期刊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233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前沿科学发现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14300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AF8F6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143000"/>
            <a:ext cx="2743200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工具推荐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1984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笔记工具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221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建立家庭知识库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560320"/>
            <a:ext cx="256032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Anki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2990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记忆卡片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3227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关键知识点记忆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566160"/>
            <a:ext cx="2560320" cy="0"/>
          </a:xfrm>
          <a:prstGeom prst="line">
            <a:avLst/>
          </a:prstGeom>
          <a:noFill/>
          <a:ln w="635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3995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233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知识关联管理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讲师联系方式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3200400"/>
          </a:xfrm>
          <a:prstGeom prst="roundRect">
            <a:avLst>
              <a:gd name="adj" fmla="val 4286"/>
            </a:avLst>
          </a:prstGeom>
          <a:solidFill>
            <a:srgbClr val="FAF8F6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1645920"/>
            <a:ext cx="1371600" cy="1371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68880" y="3108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课程讲师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35204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邮箱: instructor@example.com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微信公众号: 科学育儿研究院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微信群: 科学育儿互助群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工作时间: 周一至周五 9:00-18:00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0916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9C46A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课后有任何问题，欢迎随时联系，我们将持续为您提供支持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开放问答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关于课程内容或实际应用，你有什么问题？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647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信息过载给你带来了哪些具体困扰？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0487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4414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你尝试过哪些方法来解决这些问题？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4495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30815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三个锚点框架中，你最想先实践哪个？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72160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你希望家人如何参与信息管理系统？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AF8F6">
              <a:alpha val="9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2511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3616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30天行动计划，你打算从哪里开始？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请举手或直接在聊天框提问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课后支持与跟进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课后答疑群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课程结束后可加入专属答疑群，讲师定期回答问题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12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30天陪伴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42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每天早间推送一条课程要点提醒，帮助巩固记忆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27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月度复盘会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564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每月一次线上复盘会，学员分享实践心得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AF8F6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370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提供信息来源清单、评估标准卡、日志模板下载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课程反馈与建议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474720"/>
          </a:xfrm>
          <a:prstGeom prst="roundRect">
            <a:avLst>
              <a:gd name="adj" fmla="val 2632"/>
            </a:avLst>
          </a:prstGeom>
          <a:solidFill>
            <a:srgbClr val="FAF8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您的反馈对我们很重要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课程满意度: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411480" cy="32004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691640"/>
            <a:ext cx="411480" cy="32004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691640"/>
            <a:ext cx="411480" cy="32004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1691640"/>
            <a:ext cx="411480" cy="32004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411480" cy="32004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最有收获的知识点: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420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请填写...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可以改进的地方: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8046720" cy="411480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192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请填写...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其他建议: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411480"/>
          </a:xfrm>
          <a:prstGeom prst="rect">
            <a:avLst/>
          </a:prstGeom>
          <a:solidFill>
            <a:srgbClr val="FAF8F6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65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请填写...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434340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感谢您的反馈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9D8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E9C46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F4A261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6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3200400"/>
            <a:ext cx="182880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祝愿每个家庭都能找到适合自己的育儿信息管理方式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Course 20: 家庭教育中的科学育儿信息过载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2743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家庭教育中的科学育儿信息过载：如何筛选与决策</dc:title>
  <dc:subject>PptxGenJS Presentation</dc:subject>
  <dc:creator>Course 20</dc:creator>
  <cp:lastModifiedBy>Course 20</cp:lastModifiedBy>
  <cp:revision>1</cp:revision>
  <dcterms:created xsi:type="dcterms:W3CDTF">2026-08-24T16:58:32Z</dcterms:created>
  <dcterms:modified xsi:type="dcterms:W3CDTF">2026-08-24T16:58:32Z</dcterms:modified>
</cp:coreProperties>
</file>