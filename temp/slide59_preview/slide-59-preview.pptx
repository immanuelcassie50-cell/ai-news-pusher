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NaN" cy="NaN"/>
  <p:notesSz cx="NaN" cy="NaN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 rot="-900000">
            <a:off x="6858000" y="-731520"/>
            <a:ext cx="3657600" cy="109728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4114800"/>
            <a:ext cx="548640" cy="5486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468880"/>
            <a:ext cx="2286000" cy="36576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0" y="914400"/>
            <a:ext cx="1097280" cy="1097280"/>
          </a:xfrm>
          <a:prstGeom prst="ellipse">
            <a:avLst/>
          </a:prstGeom>
          <a:solidFill>
            <a:srgbClr val="FFCDD2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信用风险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违约风险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31520" y="4389120"/>
            <a:ext cx="109728" cy="109728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1" name="Shape 9"/>
          <p:cNvSpPr/>
          <p:nvPr/>
        </p:nvSpPr>
        <p:spPr>
          <a:xfrm>
            <a:off x="932688" y="4389120"/>
            <a:ext cx="109728" cy="109728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3856" y="4389120"/>
            <a:ext cx="109728" cy="109728"/>
          </a:xfrm>
          <a:prstGeom prst="ellipse">
            <a:avLst/>
          </a:prstGeom>
          <a:solidFill>
            <a:srgbClr val="FFCDD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2026-08-19T06:17:22Z</dcterms:created>
  <dcterms:modified xsi:type="dcterms:W3CDTF">2026-08-19T06:17:22Z</dcterms:modified>
</cp:coreProperties>
</file>