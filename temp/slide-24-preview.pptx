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合同管理三化原则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制度化 + 流程化 + 信息化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548640" cy="36576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41732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265176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7" name="Shape 5"/>
          <p:cNvSpPr/>
          <p:nvPr/>
        </p:nvSpPr>
        <p:spPr>
          <a:xfrm>
            <a:off x="1463040" y="1645920"/>
            <a:ext cx="640080" cy="64008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24231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制度化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914400" y="2926080"/>
            <a:ext cx="1737360" cy="18288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063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建立合同管理制度体系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429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明确各级审批权限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7947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制定合同标准模板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4160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定期开展制度培训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37560" y="141732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37560" y="1417320"/>
            <a:ext cx="265176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7" name="Shape 15"/>
          <p:cNvSpPr/>
          <p:nvPr/>
        </p:nvSpPr>
        <p:spPr>
          <a:xfrm>
            <a:off x="4343400" y="1645920"/>
            <a:ext cx="640080" cy="64008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8" name="Text 16"/>
          <p:cNvSpPr/>
          <p:nvPr/>
        </p:nvSpPr>
        <p:spPr>
          <a:xfrm>
            <a:off x="4343400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337560" y="24231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流程化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794760" y="2926080"/>
            <a:ext cx="1737360" cy="18288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21" name="Text 19"/>
          <p:cNvSpPr/>
          <p:nvPr/>
        </p:nvSpPr>
        <p:spPr>
          <a:xfrm>
            <a:off x="3520440" y="3063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合同签署规范化流程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520440" y="3429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履约过程节点管控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520440" y="37947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变更审批逐级确认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520440" y="4160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违约处理标准程序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17920" y="141732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7920" y="1417320"/>
            <a:ext cx="265176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7" name="Shape 25"/>
          <p:cNvSpPr/>
          <p:nvPr/>
        </p:nvSpPr>
        <p:spPr>
          <a:xfrm>
            <a:off x="7223760" y="1645920"/>
            <a:ext cx="640080" cy="64008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8" name="Text 26"/>
          <p:cNvSpPr/>
          <p:nvPr/>
        </p:nvSpPr>
        <p:spPr>
          <a:xfrm>
            <a:off x="7223760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217920" y="24231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信息化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6675120" y="2926080"/>
            <a:ext cx="1737360" cy="18288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0" y="3063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合同档案电子化管理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0" y="3429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履约进度实时跟踪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0" y="37947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到期提醒自动推送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0" y="4160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数据分析辅助决策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4617720"/>
            <a:ext cx="7955280" cy="411480"/>
          </a:xfrm>
          <a:prstGeom prst="roundRect">
            <a:avLst>
              <a:gd name="adj" fmla="val 13333"/>
            </a:avLst>
          </a:prstGeom>
          <a:solidFill>
            <a:srgbClr val="2B2D42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461772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目标：建立全生命周期合同风险管控体系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8" name="Text 3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2026-07-20T12:11:45Z</dcterms:created>
  <dcterms:modified xsi:type="dcterms:W3CDTF">2026-07-20T12:11:45Z</dcterms:modified>
</cp:coreProperties>
</file>