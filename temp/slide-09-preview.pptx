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开篇自测说明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C41E3A">
              <a:alpha val="90000"/>
            </a:srgbClr>
          </a:solidFill>
          <a:ln w="19050">
            <a:solidFill>
              <a:srgbClr val="C41E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课前自测帮助你了解当前在学习数据应用方面的能力水平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45720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77724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777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806440" y="685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情境题目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1051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自测包含5道情境题，对标课程核心能力模型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92024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22402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个性建议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25146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完成后可获得个性化的学习建议和重点关注领域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383280"/>
            <a:ext cx="3840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370332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06440" y="3611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隐私保护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06440" y="3977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自测结果仅供个人参考，不公开、不评分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4114800" cy="27432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2026-08-07T17:30:18Z</dcterms:created>
  <dcterms:modified xsi:type="dcterms:W3CDTF">2026-08-07T17:30:18Z</dcterms:modified>
</cp:coreProperties>
</file>