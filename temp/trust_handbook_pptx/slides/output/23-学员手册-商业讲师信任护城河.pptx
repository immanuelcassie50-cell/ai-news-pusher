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0"/>
            <a:ext cx="274320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商业讲师信任护城河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学员手册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457200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学员姓名：_______________________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课程日期：_______________________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联系方式：_______________________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所属公司：_______________________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本手册属于私人文件，未经许可不得翻印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版权声明：本课程版权归罗宏伟所有，翻版必究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371600"/>
            <a:ext cx="1097280" cy="2743200"/>
          </a:xfrm>
          <a:prstGeom prst="rect">
            <a:avLst/>
          </a:prstGeom>
          <a:solidFill>
            <a:srgbClr val="FFCDD2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核心公理：流量能带来陌生人的关注，不能带来陌生人的托付；培训师真正的生意，从来发生在客户已经决定信任你之后，而不是之前。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理解信任资产与流量资产的本质区别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掌握培训师信任积累的完整机制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识别行业内的关键信任行为节点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认知两种不同的信任逻辑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运用课前调研技术获取甲方真实需求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掌握报价谈判中的信任浓度判断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建立老客户转介绍网络的结构化方法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设计课后跟进机制延伸信任链条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具备拒绝不合适项目的判断框架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态度目标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建立"信任优先"的职业心态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培养长期主义视角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塑造"说NO比说YES更能建立信任"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认同"熬过看不见反馈的那几年"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认知与实操篇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信任是怎么攒下来的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前言：信任是培训师的生死之脉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第一章：流量是别人的规则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第二章：巨头复制不了客户托付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第三章：培训现场信任存取款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第四章：转介绍机制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第五章：课前调研信任测试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第六章：报价信任浓度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第七章：拒绝建立护城河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4480560"/>
            <a:ext cx="822960" cy="274320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6小时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心态与长期篇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熬过看不见反馈的那几年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第八章：可以被超越不能被替代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第九章：个人品牌vs培训机构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第十章：信任的复利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第十一章：守住信任不是价格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第十二章：讲台下的样子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第十三章：熬得住那几年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第十四章：同行是生态守护者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第十五章：家人不理解也是成本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480560"/>
            <a:ext cx="822960" cy="27432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6小时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信任是培训师的生死之脉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流量是别人定义的规则，你玩得再好也只是一次陪跑；信任是你自己一块一块垒起来的，垒得慢，但垒起来的部分谁也拿不走。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 vs 信任：两个完全不同的问题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信任账户：每一次交互都是存/取款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托付层面 vs 认知层面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信任资产盘点表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存/取款自检清单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流量是别人的规则，信任是你自己的地盘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你能用流量买到关注，买不到别人在做决定前替你说的那句话。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流量：曝光解决'有没有人知道你'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信任：解决'愿不愿把事交给你'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巨头的主场 vs 你的主场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流量行为 vs 信任行为分类表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"被看见"之后的行为检查清单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我的战场选择诊断 / '那句话值一百万'案例重构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巨头能复制课件，复制不了客户对你的托付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课件可以被抄走，信任没法被抄走，这是这个行业里最容易被误解的一件事。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可复制资产 vs 不可复制资产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课件是载体，信任才是资产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真正护城河：交付记忆+判断力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"不可复制资产"盘点表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"这堂课只有我能讲"检验问题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课件"平替"压力测试 / 我的"唯一性"清单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每一次培训现场都是信任的存取款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上一次讲得好不好，客户不会记很久；上一次你有没有真的解决他的问题，客户会记很多年。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双线并行：课程质量+信任交易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意外时刻是信任存款的最佳机会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三不原则：不装、不慌、给方向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"托底心态"准备清单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意外状况处理三不原则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"意外时刻"情景模拟 / 我的"意外之课"复盘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客户选择你是因为有人替你打了保票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转介绍不是你的生意之外的额外收获，是你的生意本身。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转介绍=信任的延伸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决策风险消解机制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关系经营的时间差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老客户关系维护'温度计'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'值得转述'的判断积累清单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我的"值得转述"时刻盘点 / 关系"温度"自检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课前调研的本质是第一次信任测试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甲方愿不愿意跟你说真话，比他愿不愿意签合同更能说明这单能不能长久。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调研=信任投票，不是信息收集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官方答案 vs 真实情况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信任博弈的三个关键动作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"安全框架"让甲方说真话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"信任信号"识别清单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调研对话模拟 / 真实调研案例分析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报价是信任浓度的显示器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客户压你的价，压的往往不是钱，是他对这次合作有没有把握。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报价博弈=确定感 vs 价格让步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信任浓度决定压价动力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价格让步的陷阱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"信任浓度"判断清单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提高"确定感"四步法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报价黄灯识别 / 报价话术设计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拒绝不合适的项目比接下十个更能建立护城河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你说'不'的那一刻，客户反而更相信你说的'是'。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拒绝=信任积累的高价值行为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判断项目该不该接的核心问题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说'不'的底气来源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项目"应该拒绝吗"判断流程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得体说"不"的话术模板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"拒绝"情景模拟 / 我的"拒绝清单"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你可以被超越，但不能被替代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差异化不是讲得比别人好，是没人能讲你能讲的那部分。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护城河=亲历 vs 转述的分量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方法论会过时，经历不会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新人也有独特的不可替代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差异化自检表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经历萃取三问法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"只有我能讲"工作坊 / 课程"可替代性"审计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个人品牌和培训机构是两种不同的信任逻辑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机构卖的是标准化和可控性，个人卖的是不可复制的你，两种逻辑混着做，容易做成两不像。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机构信任=去个人化的标准化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个人信任=高度依附具体的人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两种逻辑混做的风险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信任逻辑诊断表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阶段性选择检视法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我当前的信任逻辑 / "我的分界线"设计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信任的复利需要放弃流量带来的即时安全感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流量给你的是这个月安心的感觉，信任给你的是十年后还有饭吃的底气。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信任复利的滞后性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追逐流量上瘾的心理机制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记账思维熬过等待期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信任账本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焦虑来源识别表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"安全感账户"盘点 / "记账"体验工作坊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面对低价竞争和抄袭要守住信任不是价格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别人可以抢走你的一单生意，抢不走客户心里那份判断，除非你自己先把它让出去。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价格战是巨头最擅长的战场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让客户意识到不是同一维度比较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防守边界的识别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信任积累价值可视化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"防御"边界检视表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"防御清单"审计 / "价差价值"话术设计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讲台下的样子决定讲台上还有没有人再请你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客户请你回来，不是因为你上一次讲得多精彩，是因为你在讲台之外，也是个说话算话的人。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信任积累最密集的地方：承诺兑现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承诺轮廓管理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小承诺的大影响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承诺管理三原则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课后跟进清单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"我的承诺记录"审计 / 承诺话术实战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行业最终留下来的人靠的是熬得住那几年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大浪淘沙淘掉的从来不是讲得不好的人，是熬不住看不见回报的那几年就退场的人。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耐性淘汰 vs 能力淘汰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信任积累的滞后兑现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"记账思维"熬过等待期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信任账本（进阶版）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"该熬还是该转"判断标准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"我的入行日历"复盘 / "该熬还是该转"决策平衡表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同行不是对手是信任生态的共同守护者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你多接一单，同行少接一单，这是竞争；但整个行业的口碑烂掉，谁都接不到单。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信任生态的整体性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竞合关系的双重性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延迟兑现的互惠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项目转介绍评估表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同行推荐话术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转介绍情景模拟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家人不理解放弃单子去守信任也是一种成本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你放弃的那一单，在外人眼里是钱没赚到，只有你自己知道，那是护城河的一块砖。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信任积累的长期性与家人短期视角的张力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不被理解的代价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用结果说话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家庭沟通情景模拟 / 写下你的'信任账本'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学习笔记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信任的护城河，不只是一条业务上的护城河，是一条人生态度的护城河。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它最终留给你的，不是客户名单，不是收入数字，而是你在这个过程里，被磨出来的判断力，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和在家人眼中的那个'说话算话的人'的形象。这两样东西，才是你在这个行业里，真正属于自己的资产。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核心收获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流量带来关注，信任带来托付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每一次培训现场都是信任的存取款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拒绝是建立护城河的高价值行为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差异化建立在亲历而非转述之上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金句收藏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"说NO比说YES更能建立信任"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"大浪淘沙淘掉的是熬不住的人"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"客户请你回来是因为你说话算话"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"放弃的那一单是护城河的一块砖"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27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90天行动计划承诺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我承诺在未来90天内，专注于信任资产的积累，具体行动：_______________________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2026-08-01T16:28:53Z</dcterms:created>
  <dcterms:modified xsi:type="dcterms:W3CDTF">2026-08-01T16:28:53Z</dcterms:modified>
</cp:coreProperties>
</file>