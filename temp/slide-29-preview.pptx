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模块三要点回顾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286000" cy="36576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模块三：工作任务分析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" cy="118872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LPRA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24231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理工作 → 列问题 → 析原因 → 明做法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46120"/>
            <a:ext cx="54864" cy="1188720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520440"/>
            <a:ext cx="640080" cy="6400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34290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工具表单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38404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工作任务分析表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3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2026-06-24T01:30:33Z</dcterms:created>
  <dcterms:modified xsi:type="dcterms:W3CDTF">2026-06-24T01:30:33Z</dcterms:modified>
</cp:coreProperties>
</file>