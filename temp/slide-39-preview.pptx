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接纳承诺疗法 (ACT)：与痛苦和解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91440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2471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124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允许负面情绪存在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93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不逃避，不抗拒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3408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情绪就像天气，会来也会走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960120"/>
            <a:ext cx="91440" cy="16916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3480" y="1124712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32120" y="1124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认知解离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1645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把想法当作想法，不是事实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1993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「我有一个想法是...」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23408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不被思维内容所控制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26080"/>
            <a:ext cx="91440" cy="1691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090672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0906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当下觉察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3611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专注于此时此刻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9593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不沉溺过去，不担忧未来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926080"/>
            <a:ext cx="91440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309067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30906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价值导向行动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74920" y="3611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明确什么对你最重要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74920" y="39593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即使痛苦，也要选择有价值的行为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5F0E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ACT的核心不是消除痛苦，而是学会与痛苦共处，同时过上有价值的生活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2026-07-18T00:10:19Z</dcterms:created>
  <dcterms:modified xsi:type="dcterms:W3CDTF">2026-07-18T00:10:19Z</dcterms:modified>
</cp:coreProperties>
</file>