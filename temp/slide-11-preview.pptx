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08760" y="320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64592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16152"/>
            <a:ext cx="292608" cy="2926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16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课程聚焦于将学习数据转化为有价值的成长路径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82296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01952"/>
            <a:ext cx="292608" cy="2926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01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目标学员覆盖培训管理、L&amp;D、HRBP及直线经理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441448"/>
            <a:ext cx="82296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587752"/>
            <a:ext cx="292608" cy="2926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87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课程收益包括方法论、模板工具和战略价值提升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82296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73552"/>
            <a:ext cx="292608" cy="2926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73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完整的学习路径地图帮助理清课程脉络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813048"/>
            <a:ext cx="82296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959352"/>
            <a:ext cx="292608" cy="29260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59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课前自测帮助你明确起点和重点学习领域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2286000" cy="2743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2026-08-07T17:33:34Z</dcterms:created>
  <dcterms:modified xsi:type="dcterms:W3CDTF">2026-08-07T17:33:34Z</dcterms:modified>
</cp:coreProperties>
</file>