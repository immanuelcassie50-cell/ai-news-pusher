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考核即行为导向原理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维克托·弗鲁姆期望理论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691640"/>
            <a:ext cx="1280160" cy="9144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017520" y="1691640"/>
            <a:ext cx="1280160" cy="9144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937760" y="1691640"/>
            <a:ext cx="1280160" cy="9144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91640"/>
            <a:ext cx="1280160" cy="91440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2B2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期望度 × 工具性 × 效价 = 动机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期望度 (Expectancy)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努力 → 表现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我相信努力能带来好表现吗？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工具性 (Instrumentality)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566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 → 回报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好表现一定能带来奖励吗？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效价 (Valence)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566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 → 满足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我真正想要这个奖励吗？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26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人们按考核指标行动，而非按愿景行动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2026-08-08T16:45:39Z</dcterms:created>
  <dcterms:modified xsi:type="dcterms:W3CDTF">2026-08-08T16:45:39Z</dcterms:modified>
</cp:coreProperties>
</file>