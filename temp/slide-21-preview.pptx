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548640" cy="457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商务着装的四大原则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68880" cy="4023360"/>
          </a:xfrm>
          <a:prstGeom prst="roundRect">
            <a:avLst>
              <a:gd name="adj" fmla="val 3704"/>
            </a:avLst>
          </a:prstGeom>
          <a:solidFill>
            <a:srgbClr val="EDF2F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2468880" cy="109728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2011680"/>
            <a:ext cx="822960" cy="8229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整洁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188720" y="3657600"/>
            <a:ext cx="1554480" cy="18288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84048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干净、无褶皱、无污渍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20440" y="1554480"/>
            <a:ext cx="2468880" cy="4023360"/>
          </a:xfrm>
          <a:prstGeom prst="roundRect">
            <a:avLst>
              <a:gd name="adj" fmla="val 3704"/>
            </a:avLst>
          </a:prstGeom>
          <a:solidFill>
            <a:srgbClr val="EDF2F4"/>
          </a:solidFill>
          <a:ln/>
        </p:spPr>
      </p:sp>
      <p:sp>
        <p:nvSpPr>
          <p:cNvPr id="12" name="Shape 10"/>
          <p:cNvSpPr/>
          <p:nvPr/>
        </p:nvSpPr>
        <p:spPr>
          <a:xfrm>
            <a:off x="3520440" y="1554480"/>
            <a:ext cx="2468880" cy="109728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3400" y="2011680"/>
            <a:ext cx="822960" cy="8229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20440" y="3017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977640" y="3657600"/>
            <a:ext cx="1554480" cy="18288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703320" y="384048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符合场合要求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1554480"/>
            <a:ext cx="2468880" cy="4023360"/>
          </a:xfrm>
          <a:prstGeom prst="roundRect">
            <a:avLst>
              <a:gd name="adj" fmla="val 3704"/>
            </a:avLst>
          </a:prstGeom>
          <a:solidFill>
            <a:srgbClr val="EDF2F4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9360" y="1554480"/>
            <a:ext cx="2468880" cy="109728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2011680"/>
            <a:ext cx="822960" cy="8229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09360" y="3017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得体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766560" y="3657600"/>
            <a:ext cx="1554480" cy="18288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84048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与身份和场景匹配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98280" y="1554480"/>
            <a:ext cx="2468880" cy="4023360"/>
          </a:xfrm>
          <a:prstGeom prst="roundRect">
            <a:avLst>
              <a:gd name="adj" fmla="val 3704"/>
            </a:avLst>
          </a:prstGeom>
          <a:solidFill>
            <a:srgbClr val="EDF2F4"/>
          </a:solidFill>
          <a:ln/>
        </p:spPr>
      </p:sp>
      <p:sp>
        <p:nvSpPr>
          <p:cNvPr id="26" name="Shape 24"/>
          <p:cNvSpPr/>
          <p:nvPr/>
        </p:nvSpPr>
        <p:spPr>
          <a:xfrm>
            <a:off x="9098280" y="1554480"/>
            <a:ext cx="2468880" cy="109728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7" name="Shape 25"/>
          <p:cNvSpPr/>
          <p:nvPr/>
        </p:nvSpPr>
        <p:spPr>
          <a:xfrm>
            <a:off x="9921240" y="2011680"/>
            <a:ext cx="822960" cy="82296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8" name="Text 26"/>
          <p:cNvSpPr/>
          <p:nvPr/>
        </p:nvSpPr>
        <p:spPr>
          <a:xfrm>
            <a:off x="992124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098280" y="3017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555480" y="3657600"/>
            <a:ext cx="1554480" cy="18288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281160" y="384048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色彩、风格整体统一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157216" y="5943600"/>
            <a:ext cx="365760" cy="36576"/>
          </a:xfrm>
          <a:prstGeom prst="rect">
            <a:avLst/>
          </a:prstGeom>
          <a:solidFill>
            <a:srgbClr val="D90429">
              <a:alpha val="7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660136" y="5943600"/>
            <a:ext cx="365760" cy="36576"/>
          </a:xfrm>
          <a:prstGeom prst="rect">
            <a:avLst/>
          </a:prstGeom>
          <a:solidFill>
            <a:srgbClr val="D90429">
              <a:alpha val="5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163056" y="5943600"/>
            <a:ext cx="365760" cy="36576"/>
          </a:xfrm>
          <a:prstGeom prst="rect">
            <a:avLst/>
          </a:prstGeom>
          <a:solidFill>
            <a:srgbClr val="D90429">
              <a:alpha val="4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665976" y="5943600"/>
            <a:ext cx="365760" cy="36576"/>
          </a:xfrm>
          <a:prstGeom prst="rect">
            <a:avLst/>
          </a:prstGeom>
          <a:solidFill>
            <a:srgbClr val="D90429">
              <a:alpha val="25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2026-07-20T01:13:18Z</dcterms:created>
  <dcterms:modified xsi:type="dcterms:W3CDTF">2026-07-20T01:13:18Z</dcterms:modified>
</cp:coreProperties>
</file>