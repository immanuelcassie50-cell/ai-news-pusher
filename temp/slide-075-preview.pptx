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294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548640"/>
            <a:ext cx="36576" cy="1097280"/>
          </a:xfrm>
          <a:prstGeom prst="rect">
            <a:avLst/>
          </a:prstGeom>
          <a:solidFill>
            <a:srgbClr val="C75B5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配角心态的三种典型表现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051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在成为主角之前，我们先来识别那些常见的"配角式思维"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2560320" cy="2560320"/>
          </a:xfrm>
          <a:prstGeom prst="roundRect">
            <a:avLst>
              <a:gd name="adj" fmla="val 2857"/>
            </a:avLst>
          </a:prstGeom>
          <a:solidFill>
            <a:srgbClr val="F5F0F0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828800"/>
            <a:ext cx="2560320" cy="54864"/>
          </a:xfrm>
          <a:prstGeom prst="rect">
            <a:avLst/>
          </a:prstGeom>
          <a:solidFill>
            <a:srgbClr val="C75B5B"/>
          </a:solidFill>
          <a:ln/>
        </p:spPr>
      </p:sp>
      <p:sp>
        <p:nvSpPr>
          <p:cNvPr id="9" name="Shape 7"/>
          <p:cNvSpPr/>
          <p:nvPr/>
        </p:nvSpPr>
        <p:spPr>
          <a:xfrm>
            <a:off x="1463040" y="2148840"/>
            <a:ext cx="914400" cy="914400"/>
          </a:xfrm>
          <a:prstGeom prst="ellipse">
            <a:avLst/>
          </a:prstGeom>
          <a:solidFill>
            <a:srgbClr val="8B2942"/>
          </a:solidFill>
          <a:ln/>
        </p:spPr>
      </p:sp>
      <p:sp>
        <p:nvSpPr>
          <p:cNvPr id="10" name="Text 8"/>
          <p:cNvSpPr/>
          <p:nvPr/>
        </p:nvSpPr>
        <p:spPr>
          <a:xfrm>
            <a:off x="1463040" y="21488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77240" y="32004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受害者心态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280160" y="3749040"/>
            <a:ext cx="1280160" cy="18288"/>
          </a:xfrm>
          <a:prstGeom prst="rect">
            <a:avLst/>
          </a:prstGeom>
          <a:solidFill>
            <a:srgbClr val="C75B5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840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觉得全世界都对不起自己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74720" y="1828800"/>
            <a:ext cx="2560320" cy="2560320"/>
          </a:xfrm>
          <a:prstGeom prst="roundRect">
            <a:avLst>
              <a:gd name="adj" fmla="val 2857"/>
            </a:avLst>
          </a:prstGeom>
          <a:solidFill>
            <a:srgbClr val="F5F0F0"/>
          </a:solidFill>
          <a:ln/>
        </p:spPr>
      </p:sp>
      <p:sp>
        <p:nvSpPr>
          <p:cNvPr id="15" name="Shape 13"/>
          <p:cNvSpPr/>
          <p:nvPr/>
        </p:nvSpPr>
        <p:spPr>
          <a:xfrm>
            <a:off x="3474720" y="1828800"/>
            <a:ext cx="2560320" cy="54864"/>
          </a:xfrm>
          <a:prstGeom prst="rect">
            <a:avLst/>
          </a:prstGeom>
          <a:solidFill>
            <a:srgbClr val="C75B5B"/>
          </a:solidFill>
          <a:ln/>
        </p:spPr>
      </p:sp>
      <p:sp>
        <p:nvSpPr>
          <p:cNvPr id="16" name="Shape 14"/>
          <p:cNvSpPr/>
          <p:nvPr/>
        </p:nvSpPr>
        <p:spPr>
          <a:xfrm>
            <a:off x="4297680" y="2148840"/>
            <a:ext cx="914400" cy="914400"/>
          </a:xfrm>
          <a:prstGeom prst="ellipse">
            <a:avLst/>
          </a:prstGeom>
          <a:solidFill>
            <a:srgbClr val="8B2942"/>
          </a:solidFill>
          <a:ln/>
        </p:spPr>
      </p:sp>
      <p:sp>
        <p:nvSpPr>
          <p:cNvPr id="17" name="Text 15"/>
          <p:cNvSpPr/>
          <p:nvPr/>
        </p:nvSpPr>
        <p:spPr>
          <a:xfrm>
            <a:off x="4297680" y="21488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611880" y="32004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等待被拯救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114800" y="3749040"/>
            <a:ext cx="1280160" cy="18288"/>
          </a:xfrm>
          <a:prstGeom prst="rect">
            <a:avLst/>
          </a:prstGeom>
          <a:solidFill>
            <a:srgbClr val="C75B5B"/>
          </a:solidFill>
          <a:ln/>
        </p:spPr>
      </p:sp>
      <p:sp>
        <p:nvSpPr>
          <p:cNvPr id="20" name="Text 18"/>
          <p:cNvSpPr/>
          <p:nvPr/>
        </p:nvSpPr>
        <p:spPr>
          <a:xfrm>
            <a:off x="3611880" y="3840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期待有人来改变现状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09360" y="1828800"/>
            <a:ext cx="2560320" cy="2560320"/>
          </a:xfrm>
          <a:prstGeom prst="roundRect">
            <a:avLst>
              <a:gd name="adj" fmla="val 2857"/>
            </a:avLst>
          </a:prstGeom>
          <a:solidFill>
            <a:srgbClr val="F5F0F0"/>
          </a:solidFill>
          <a:ln/>
        </p:spPr>
      </p:sp>
      <p:sp>
        <p:nvSpPr>
          <p:cNvPr id="22" name="Shape 20"/>
          <p:cNvSpPr/>
          <p:nvPr/>
        </p:nvSpPr>
        <p:spPr>
          <a:xfrm>
            <a:off x="6309360" y="1828800"/>
            <a:ext cx="2560320" cy="54864"/>
          </a:xfrm>
          <a:prstGeom prst="rect">
            <a:avLst/>
          </a:prstGeom>
          <a:solidFill>
            <a:srgbClr val="C75B5B"/>
          </a:solidFill>
          <a:ln/>
        </p:spPr>
      </p:sp>
      <p:sp>
        <p:nvSpPr>
          <p:cNvPr id="23" name="Shape 21"/>
          <p:cNvSpPr/>
          <p:nvPr/>
        </p:nvSpPr>
        <p:spPr>
          <a:xfrm>
            <a:off x="7132320" y="2148840"/>
            <a:ext cx="914400" cy="914400"/>
          </a:xfrm>
          <a:prstGeom prst="ellipse">
            <a:avLst/>
          </a:prstGeom>
          <a:solidFill>
            <a:srgbClr val="8B2942"/>
          </a:solidFill>
          <a:ln/>
        </p:spPr>
      </p:sp>
      <p:sp>
        <p:nvSpPr>
          <p:cNvPr id="24" name="Text 22"/>
          <p:cNvSpPr/>
          <p:nvPr/>
        </p:nvSpPr>
        <p:spPr>
          <a:xfrm>
            <a:off x="7132320" y="21488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446520" y="32004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外部归因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949440" y="3749040"/>
            <a:ext cx="1280160" cy="18288"/>
          </a:xfrm>
          <a:prstGeom prst="rect">
            <a:avLst/>
          </a:prstGeom>
          <a:solidFill>
            <a:srgbClr val="C75B5B"/>
          </a:solidFill>
          <a:ln/>
        </p:spPr>
      </p:sp>
      <p:sp>
        <p:nvSpPr>
          <p:cNvPr id="27" name="Text 25"/>
          <p:cNvSpPr/>
          <p:nvPr/>
        </p:nvSpPr>
        <p:spPr>
          <a:xfrm>
            <a:off x="6446520" y="3840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成功是运气，失败是别人的问题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B2942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2026-06-25T01:02:23Z</dcterms:created>
  <dcterms:modified xsi:type="dcterms:W3CDTF">2026-06-25T01:02:23Z</dcterms:modified>
</cp:coreProperties>
</file>