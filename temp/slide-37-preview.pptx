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模块四要点回顾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2860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模块四：业务导向的共创式萃取开发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1828800" cy="54864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目的与意义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828800"/>
            <a:ext cx="1828800" cy="54864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6517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步骤与流程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28800"/>
            <a:ext cx="1828800" cy="54864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技巧与要点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182880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828800"/>
            <a:ext cx="1828800" cy="54864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工具与模板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从经验到方法论的提炼工具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2026-06-24T01:29:39Z</dcterms:created>
  <dcterms:modified xsi:type="dcterms:W3CDTF">2026-06-24T01:29:39Z</dcterms:modified>
</cp:coreProperties>
</file>