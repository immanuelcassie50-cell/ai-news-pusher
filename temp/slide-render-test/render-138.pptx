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0080"/>
            <a:ext cx="54864" cy="457200"/>
          </a:xfrm>
          <a:prstGeom prst="rect">
            <a:avLst/>
          </a:prstGeom>
          <a:solidFill>
            <a:srgbClr val="F5F1EA"/>
          </a:solidFill>
          <a:ln w="12700">
            <a:solidFill>
              <a:srgbClr val="F5F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8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07 · FINAL CHAPTER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624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E8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15544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融入设计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4206240" y="2697480"/>
            <a:ext cx="548640" cy="36576"/>
          </a:xfrm>
          <a:prstGeom prst="rect">
            <a:avLst/>
          </a:prstGeom>
          <a:solidFill>
            <a:srgbClr val="B7472A"/>
          </a:solidFill>
          <a:ln w="12700">
            <a:solidFill>
              <a:srgbClr val="B74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把引导装进你的课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06240" y="34747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从技巧拼凑到系统设计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36758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四类引导时机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38770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引导时机地图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407822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引导脚本七要素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42793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特殊情境处理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44805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  课程片段引导改造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内训师的引导技术  ·  授课版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2026-06-07T05:21:14Z</dcterms:created>
  <dcterms:modified xsi:type="dcterms:W3CDTF">2026-06-07T05:21:14Z</dcterms:modified>
</cp:coreProperties>
</file>