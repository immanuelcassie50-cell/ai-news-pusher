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第七部分 · 第 4 章 · 七要素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七要素 · 一个都不能少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4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和第 6 要素（接球预案、沉默预案）是最重要的两个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20240" cy="1371600"/>
          </a:xfrm>
          <a:prstGeom prst="rect">
            <a:avLst/>
          </a:prstGeom>
          <a:solidFill>
            <a:srgbClr val="FBF8F3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6304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触发情境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在课程哪里发生，前一段内容是什么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325880"/>
            <a:ext cx="1920240" cy="1371600"/>
          </a:xfrm>
          <a:prstGeom prst="rect">
            <a:avLst/>
          </a:prstGeom>
          <a:solidFill>
            <a:srgbClr val="FBF8F3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46304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触发问题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192024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完整的话，不是「问一下经验」这种描述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1920240" cy="1371600"/>
          </a:xfrm>
          <a:prstGeom prst="rect">
            <a:avLst/>
          </a:prstGeom>
          <a:solidFill>
            <a:srgbClr val="FBF8F3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46304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思考方式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92024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/ 配对 / 小组 / 全班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1325880"/>
            <a:ext cx="1920240" cy="1371600"/>
          </a:xfrm>
          <a:prstGeom prst="rect">
            <a:avLst/>
          </a:prstGeom>
          <a:solidFill>
            <a:srgbClr val="FBF8F3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146304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时间预算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192024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总计多少分钟（含思考、分享、整合）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1920240" cy="1371600"/>
          </a:xfrm>
          <a:prstGeom prst="rect">
            <a:avLst/>
          </a:prstGeom>
          <a:solidFill>
            <a:srgbClr val="E8D5D0"/>
          </a:solidFill>
          <a:ln w="19050">
            <a:solidFill>
              <a:srgbClr val="B74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2971800"/>
            <a:ext cx="365760" cy="365760"/>
          </a:xfrm>
          <a:prstGeom prst="ellipse">
            <a:avLst/>
          </a:prstGeom>
          <a:solidFill>
            <a:srgbClr val="B7472A"/>
          </a:solidFill>
          <a:ln w="12700">
            <a:solidFill>
              <a:srgbClr val="B74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017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接球预案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32918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74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最重要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4360" y="35204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 2-3 种回应及应对  ★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0" y="2834640"/>
            <a:ext cx="1920240" cy="1371600"/>
          </a:xfrm>
          <a:prstGeom prst="rect">
            <a:avLst/>
          </a:prstGeom>
          <a:solidFill>
            <a:srgbClr val="E8D5D0"/>
          </a:solidFill>
          <a:ln w="19050">
            <a:solidFill>
              <a:srgbClr val="B747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7480" y="2971800"/>
            <a:ext cx="365760" cy="365760"/>
          </a:xfrm>
          <a:prstGeom prst="ellipse">
            <a:avLst/>
          </a:prstGeom>
          <a:solidFill>
            <a:srgbClr val="B7472A"/>
          </a:solidFill>
          <a:ln w="12700">
            <a:solidFill>
              <a:srgbClr val="B74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108960" y="3017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沉默预案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108960" y="32918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74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最重要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697480" y="35204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问完无人回答的备用动作  ★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834640"/>
            <a:ext cx="1920240" cy="1371600"/>
          </a:xfrm>
          <a:prstGeom prst="rect">
            <a:avLst/>
          </a:prstGeom>
          <a:solidFill>
            <a:srgbClr val="E8D5D0"/>
          </a:solidFill>
          <a:ln w="19050">
            <a:solidFill>
              <a:srgbClr val="B747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2971800"/>
            <a:ext cx="365760" cy="365760"/>
          </a:xfrm>
          <a:prstGeom prst="ellipse">
            <a:avLst/>
          </a:prstGeom>
          <a:solidFill>
            <a:srgbClr val="B7472A"/>
          </a:solidFill>
          <a:ln w="12700">
            <a:solidFill>
              <a:srgbClr val="B74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12080" y="3017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内容衔接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12080" y="32918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74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最重要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00600" y="35204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结束后怎么过渡回课程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66560" y="2834640"/>
            <a:ext cx="1920240" cy="1371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30175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把意外变成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03720" y="32918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有备案的情况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903720" y="3703320"/>
            <a:ext cx="274320" cy="18288"/>
          </a:xfrm>
          <a:prstGeom prst="rect">
            <a:avLst/>
          </a:prstGeom>
          <a:solidFill>
            <a:srgbClr val="B7472A"/>
          </a:solidFill>
          <a:ln w="12700">
            <a:solidFill>
              <a:srgbClr val="B747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03720" y="37947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D5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引导的信心就来了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434840"/>
            <a:ext cx="8229600" cy="18288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思考方式规则：问题越难、话题越敏感、学员越不熟悉，越需要先有私下讨论，再公开分享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E8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2026-06-07T05:21:14Z</dcterms:created>
  <dcterms:modified xsi:type="dcterms:W3CDTF">2026-06-07T05:21:14Z</dcterms:modified>
</cp:coreProperties>
</file>