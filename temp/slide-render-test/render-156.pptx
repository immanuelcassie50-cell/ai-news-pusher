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第七部分 · 知识框架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第七部分  ·  系统视角的知识框架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1945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融入设计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2103120"/>
            <a:ext cx="0" cy="18288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286000"/>
            <a:ext cx="6583680" cy="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286000"/>
            <a:ext cx="0" cy="18288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286000"/>
            <a:ext cx="0" cy="18288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2286000"/>
            <a:ext cx="0" cy="18288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286000"/>
            <a:ext cx="0" cy="182880"/>
          </a:xfrm>
          <a:prstGeom prst="line">
            <a:avLst/>
          </a:prstGeom>
          <a:noFill/>
          <a:ln w="12700">
            <a:solidFill>
              <a:srgbClr val="8E8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1828800" cy="365760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468880"/>
            <a:ext cx="1828800" cy="365760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四类引导时机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1828800" cy="365760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脚本七要素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468880"/>
            <a:ext cx="1828800" cy="365760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从「临时插入」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264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「备课时系统设计」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  ·  新内容前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3264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建构  ·  内容中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  ·  模块后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3849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  ·  课程末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 · 触发问题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264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思考方式 · 时间预算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接球预案 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849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沉默预案 ★ · 衔接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资深学员  ·  邀请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3264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低参与  ·  先写后说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时间紧  ·  轻量引导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3849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敏感话题  ·  普遍化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8229600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课程之后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每次授课结束花 2 分钟记录：今天用了什么引导动作，效果怎样，下次想改什么。一个月后，某些动作开始变得自然 —— 引导技术就真正属于你了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E8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2026-06-07T05:21:14Z</dcterms:created>
  <dcterms:modified xsi:type="dcterms:W3CDTF">2026-06-07T05:21:14Z</dcterms:modified>
</cp:coreProperties>
</file>