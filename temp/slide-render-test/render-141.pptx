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第七部分 · 第 1 章 · 两种方式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拼凑式 vs 设计式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BF8F3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45720"/>
          </a:xfrm>
          <a:prstGeom prst="rect">
            <a:avLst/>
          </a:prstGeom>
          <a:solidFill>
            <a:srgbClr val="8E8B86"/>
          </a:solidFill>
          <a:ln w="12700">
            <a:solidFill>
              <a:srgbClr val="8E8B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 A  ·  拼凑式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临时想到，再加进去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知道要多问问题，随机插入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课程中间加「大家讨论一下」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时机不对，节奏断裂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学员感觉突兀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引导失败，讲师信心受损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3657600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B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效果不稳定，时灵时不灵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BF8F3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80160"/>
            <a:ext cx="402336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 B  ·  设计式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备课时系统扫描，写好脚本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扫描整个课程结构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找出四类引导时机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834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提前决定工具与预期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预设各种反应的处理方式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每个时机都有完整脚本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886200"/>
            <a:ext cx="3657600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引导时机感觉自然，本来就在那里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2743200"/>
            <a:ext cx="457200" cy="457200"/>
          </a:xfrm>
          <a:prstGeom prst="ellipse">
            <a:avLst/>
          </a:prstGeom>
          <a:solidFill>
            <a:srgbClr val="B7472A"/>
          </a:solidFill>
          <a:ln w="12700">
            <a:solidFill>
              <a:srgbClr val="B74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引导不是讲授的「补丁」，而是课程的一部分结构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E8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2026-06-07T05:21:14Z</dcterms:created>
  <dcterms:modified xsi:type="dcterms:W3CDTF">2026-06-07T05:21:14Z</dcterms:modified>
</cp:coreProperties>
</file>