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信任账本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高曝光时代的个人信任经营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3474720"/>
            <a:ext cx="2743200" cy="36576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B9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案例数5+  |  信任层级5层  |  塌陷机制4类  |  可用工具4件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内容导览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365760" cy="36576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开场与框架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1874520"/>
            <a:ext cx="365760" cy="36576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韩红·走个面儿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97280" y="2377440"/>
            <a:ext cx="365760" cy="36576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雷军·热干面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7280" y="2880360"/>
            <a:ext cx="365760" cy="36576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李佳琦·79元眉笔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29200" y="1371600"/>
            <a:ext cx="365760" cy="36576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快案例与机制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29200" y="1874520"/>
            <a:ext cx="365760" cy="36576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3212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方法论工具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029200" y="2377440"/>
            <a:ext cx="365760" cy="36576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收尾与迁移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七个章节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你有没有观察过，一个人攒了十年的好口碑，能被一句话几天内清零？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三个名字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韩红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0" y="292608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雷军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943600" y="292608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李佳琦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640080"/>
          </a:xfrm>
          <a:prstGeom prst="rect">
            <a:avLst>
              <a:gd name="adj" fmla="val 7143"/>
            </a:avLst>
          </a:prstGeom>
          <a:solidFill>
            <a:srgbClr val="C9B99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这三人八竿子打不着，但塌的方式是同一套机制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翻车烈度公式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翻车烈度 = 触发行为 × 身份权力差 × 社会情绪 × 历史可追溯性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0" y="2560320"/>
            <a:ext cx="914400" cy="914400"/>
          </a:xfrm>
          <a:prstGeom prst="ellipse">
            <a:avLst/>
          </a:prstGeom>
          <a:solidFill>
            <a:srgbClr val="E08C6D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2651760"/>
            <a:ext cx="548640" cy="548640"/>
          </a:xfrm>
          <a:prstGeom prst="ellipse">
            <a:avLst/>
          </a:prstGeom>
          <a:solidFill>
            <a:srgbClr val="C9B99A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2743200"/>
            <a:ext cx="640080" cy="640080"/>
          </a:xfrm>
          <a:prstGeom prst="ellipse">
            <a:avLst/>
          </a:prstGeom>
          <a:solidFill>
            <a:srgbClr val="4A4E69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这几个变量是相乘关系——只要有一项趋近于零，事情基本炸不起来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C9B99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不是精确公式，是帮建立判断直觉的框架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公式变量拆解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C9B9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3931920" cy="73152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触发行为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通常很小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C9B9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97280"/>
            <a:ext cx="3931920" cy="73152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身份权力差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影响力不是免费的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C9B9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26080"/>
            <a:ext cx="3931920" cy="73152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社会情绪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同一句话扔不同环境激起不同浪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C9B9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926080"/>
            <a:ext cx="3931920" cy="73152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历史可追溯性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37760" y="3749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没有说过就算了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信任不是一整块，是叠起来的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75488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能力信任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0" y="105156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9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你做得到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0020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8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6002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真实信任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160020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你不是在演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47548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4884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1488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善意信任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21488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9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你不会占我便宜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9748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8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26974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一致性信任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00400" y="269748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你说的是一回事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475488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2461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边界信任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00400" y="324612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9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你知道自己的位置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C9B99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个人信任 = 能力 + 真实 + 善意 + 一致性 + 边界感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640080" cy="64008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320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能力信任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定义：别人相信你——你真有本事，你做得到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撑住方式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4A4E6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专业知识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77440" y="25603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4A4E69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0" y="25603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4A4E69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25603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4A4E6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交付质量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塌的样子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E08C6D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专业祛魅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926080" y="3611880"/>
            <a:ext cx="5852160" cy="457200"/>
          </a:xfrm>
          <a:prstGeom prst="roundRect">
            <a:avLst>
              <a:gd name="adj" fmla="val 10000"/>
            </a:avLst>
          </a:prstGeom>
          <a:solidFill>
            <a:srgbClr val="C9B99A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0" y="361188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自问：我的专业资格靠什么撑住？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640080" cy="64008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320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真实信任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定义：别人相信你——你不是在演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60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真实不是完全不经营，而是经营不能替代真实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005072"/>
            <a:ext cx="164592" cy="164592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包装不能明显背离真实生活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370832"/>
            <a:ext cx="164592" cy="164592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包装不能明显背离真实能力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736592"/>
            <a:ext cx="164592" cy="164592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包装不能明显背离真实态度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8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411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善意信任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别人相信你——"你不会借着优势占我便宜"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这是这两年最值钱、也最容易碎的一层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正面案例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鸿星尔克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2021河南暴雨默默捐5000万物资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野性消费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反面对比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边做边喊话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先做后不说，效果天差地别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8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411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一致性信任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别人相信你——"你说的、做的、卖的，是一回事"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每一次公开表达，都是一次隐性承诺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C9B9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承诺不一定写在合同里，只要影响了别人的判断、消费或支持，就进了你的信任账户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警示：叙事突然反转，会让人觉得被骗进了一笔交易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8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411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边界信任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别人相信你——"你知道自己是谁，也知道自己不能替谁做主"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边界是双向的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公众人物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不能越界索取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9260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围观者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429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不能越界消费别人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C9B99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案例：大衣哥朱之文被堵家门口拍照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三个案例，三种塌法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踩中哪一层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属于哪种机制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韩红"走个面儿"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645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边界信任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645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位置错配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solidFill>
            <a:srgbClr val="F5F0E8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77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雷军热干面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377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真实信任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2377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真实错配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李佳琦79元眉笔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3108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善意信任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3108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位置错配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C9B99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韩红和李佳琦，机制上其实是同一类——位置错配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韩红 · 走个面儿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位置错配与边界侵越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286000" cy="36576"/>
          </a:xfrm>
          <a:prstGeom prst="rect">
            <a:avLst/>
          </a:prstGeom>
          <a:solidFill>
            <a:srgbClr val="C9B99A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先把事情原原本本讲一遍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1645920" cy="36576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051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冯小刚电影《抓特务》首映礼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韩红用北京话喊：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202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"咱北京两千多万兄弟姐妹受累，走个面儿，把第一波票房带起来"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争议发酵后公开道歉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"表述过于轻率随意，思虑不周，措辞失当"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E08C6D"/>
          </a:solidFill>
          <a:ln w="25400">
            <a:solidFill>
              <a:srgbClr val="E08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引导思考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如果只从字面看，"走个面儿"这三个字，有什么问题吗？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这句话同时碰到了三条边界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786384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被碰到的边界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822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她的表达对应的动作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822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公众的心理翻译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78638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325880"/>
            <a:ext cx="73152" cy="841248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32588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消费自主边界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32588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号召大家"带第一波票房"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132588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你希望我为你的商业项目掏钱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7863840" cy="841248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40280"/>
            <a:ext cx="73152" cy="841248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24028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身份边界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224028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用巨大影响力发出号召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224028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你有影响力，我不响应就不近人情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78638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154680"/>
            <a:ext cx="73152" cy="84124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15468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代表权边界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315468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使用"两千多万兄弟姐妹"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315468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你凭什么替我做出这个支持承诺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三条边界单独看都不严重，叠在一起，效果不一样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熟人社会的语言，进了陌生人社会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77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397764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熟人社会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109728" cy="10972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173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"走个面儿"是软性邀约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109728" cy="10972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288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长期关系，这次帮了，下次会还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109728" cy="109728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2402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是情分，关系润滑剂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868680"/>
            <a:ext cx="3977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8C6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868680"/>
            <a:ext cx="3977640" cy="45720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868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陌生人社会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760" y="1508760"/>
            <a:ext cx="109728" cy="109728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4173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几千万个毫无私交的人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1920240"/>
            <a:ext cx="109728" cy="109728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18288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"给个面子"被重新编码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2331720"/>
            <a:ext cx="109728" cy="109728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2402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可能变成不对等的压力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13716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9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韩红的问题，不是"不该帮朋友"，而是把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"请支持一下这部作品"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9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说成了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"请替我的关系网络，完成一次票房任务"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私人情感×公共身份×商业交易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9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8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7315200" cy="1097280"/>
          </a:xfrm>
          <a:prstGeom prst="roundRect">
            <a:avLst>
              <a:gd name="adj" fmla="val 8333"/>
            </a:avLst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860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把这三样东西捆在一起，公众会问——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这张票我到底是因为电影真的好才买，还是因为我不买就显得不给你面子？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这不只是关于票价的问题，这是关于我的选择到底是不是我自己的选择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三条给个人IP的提醒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1554480"/>
            <a:ext cx="640080" cy="64008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600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可以推荐但不要默认别人应该支持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1960" y="1554480"/>
            <a:ext cx="640080" cy="64008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1600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74720" y="24688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可以讲关系讲交情但不要把关系变成义务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86600" y="1554480"/>
            <a:ext cx="640080" cy="64008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3" name="Text 11"/>
          <p:cNvSpPr/>
          <p:nvPr/>
        </p:nvSpPr>
        <p:spPr>
          <a:xfrm>
            <a:off x="7086600" y="1600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24688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可以做商业转化但不要借公益地域群体身份加码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0" y="4480560"/>
            <a:ext cx="2743200" cy="45720"/>
          </a:xfrm>
          <a:prstGeom prst="rect">
            <a:avLst/>
          </a:prstGeom>
          <a:solidFill>
            <a:srgbClr val="E08C6D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韩红案例关键词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机制：位置错配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4A4E6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踩中的线：边界信任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C9B99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关联：与李佳琦是同一种机制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——位置错配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840480" cy="2834640"/>
          </a:xfrm>
          <a:prstGeom prst="roundRect">
            <a:avLst>
              <a:gd name="adj" fmla="val 3226"/>
            </a:avLst>
          </a:prstGeom>
          <a:solidFill>
            <a:srgbClr val="E08C6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"我又没有恶意"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22860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是最危险的说服自己的一句话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雷军·热干面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B9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真实错配与摆拍感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3749040"/>
            <a:ext cx="1828800" cy="54864"/>
          </a:xfrm>
          <a:prstGeom prst="rect">
            <a:avLst/>
          </a:prstGeom>
          <a:solidFill>
            <a:srgbClr val="E08C6D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雷军事件经过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E08C6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2026年6月15日，武汉街头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事件：多台专业摄影设备，小学生说"吃早饭还要这么多人拍照"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舆论两派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4A4E6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支持：真实记录生活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34747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质疑：摆拍感太强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443484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49884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关键问题：雷军到底做错了什么？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摆拍感公式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定义：不是事实层面，是体验层面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645920"/>
          </a:xfrm>
          <a:prstGeom prst="roundRect">
            <a:avLst>
              <a:gd name="adj" fmla="val 5556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摆拍感 =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651760" y="18288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E08C6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965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强烈传播意图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166360" y="18288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E08C6D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1965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日常场景刻意选择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43800" y="20116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680960" y="18288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E08C6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1965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呈现方式与叙事目标不匹配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3291840"/>
            <a:ext cx="6400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34290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想讲日常却用过度专业化拍摄阵仗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日常化场景 ≠ 真实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4297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专业拍摄阵仗 + 日常内容 = 摆拍感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小学生的穿透力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7315200" cy="1188720"/>
          </a:xfrm>
          <a:prstGeom prst="roundRect">
            <a:avLst>
              <a:gd name="adj" fmla="val 7692"/>
            </a:avLst>
          </a:prstGeom>
          <a:solidFill>
            <a:srgbClr val="E08C6D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0972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小学生的话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417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"吃早饭还要这么多人拍照"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14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分析：不是专业评论，是把成年人都感觉到却不好意思说破的东西直接说破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9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雷军·武汉热干面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舆论争议大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39319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4A4E69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9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黄仁勋·北京炸酱面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4389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舆论轻松很多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雷军金句+提醒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E08C6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真诚不是不做传播，而是不能让传播机制比行为本身更抢戏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四条提醒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0906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9718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用真实行动生成内容，不为内容设计真实行动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28346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3063240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30906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29718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少做身份反差过大的接地气表演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206240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336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日常化场景不等于真实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39776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4206240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42336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41148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不要高频宣布我却很真实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李佳琦 · 79元眉笔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位置错配的另一面——善意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286000" cy="36576"/>
          </a:xfrm>
          <a:prstGeom prst="rect">
            <a:avLst/>
          </a:prstGeom>
          <a:solidFill>
            <a:srgbClr val="C9B99A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经典案例重新拆解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E08C6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0515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消费者说眉笔越来越贵了，回应被理解成质问工资涨了吗是不是不够努力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33172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4A4E6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0" y="23317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原本关于定价的讨论变成了普通人是否被理解被尊重的问题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A1A2E">
              <a:alpha val="10000"/>
            </a:srgbClr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61188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11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机制关联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61188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与韩红是同一种机制——位置错配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为什么高收入者说79元不贵容易引发反感？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因为79元一定很贵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9659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因为公众反对所有高价商品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7432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因为站在自己的收入结构里否认了别人不同收入结构下的真实感受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5204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因为网民天生仇富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E08C6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答案：C  |  底层规则：你可以不认同对方的结论，但不能否认对方的现实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731520"/>
            <a:ext cx="914400" cy="54864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共情不是同意对方，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而是承认对方所站的位置是真实存在的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0" y="2651760"/>
            <a:ext cx="3657600" cy="27432"/>
          </a:xfrm>
          <a:prstGeom prst="rect">
            <a:avLst/>
          </a:prstGeom>
          <a:solidFill>
            <a:srgbClr val="C9B99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926080"/>
            <a:ext cx="7680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63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79元贵不贵见仁见智，但普通人有没有资格觉得贵不该被否定——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一旦否定打的就不再是价格的仗，是尊严的仗，没人能赢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四条提醒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用户说贵不等于用户没有价值观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消费者犹豫不等于消费者不够努力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员工焦虑不等于员工抗拒成长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客户质疑不等于客户不懂专业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576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先承认对方所处的现实，再表达观点或给出方案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位置错配小结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6012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4A4E6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960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边界信任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把私人情感、公共身份、商业交易捆绑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用公益姿态为商业目的背书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96012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E08C6D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960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李佳琦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960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善意信任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用高收入视角否定别人处境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把个人感受凌驾于普通人现实之上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A1A2E">
              <a:alpha val="10000"/>
            </a:srgbClr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共同点：身份越高，同一句话越不能只按个人口吻理解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08C6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"我又没有恶意" 是最危险的一句话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CASE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快案例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补完剩下两类机制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286000" cy="36576"/>
          </a:xfrm>
          <a:prstGeom prst="rect">
            <a:avLst/>
          </a:prstGeom>
          <a:solidFill>
            <a:srgbClr val="C9B99A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鹅腿阿姨 · 信用外溢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清华北大周边摆摊攒下草根人设，后被发现卖的其实是鸭腿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7830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不是草根创业翻车了，是情感信用替代了交易信用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A1A2E">
              <a:alpha val="10000"/>
            </a:srgbClr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交易硬边界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食品名称、食材来源、消费者知情权，不能用情怀替代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E08C6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人格魅力不是产品说明书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草根故事不是交易透明的豁免权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承诺错配——先用非商业语言取得信任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03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仅此一场、圆梦叙事变成全国巡演，引发割韭菜争议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005840"/>
            <a:ext cx="2743200" cy="118872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14173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先用非商业语言取得信任，再突然切换到最大化商业变现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solidFill>
            <a:srgbClr val="4A4E69">
              <a:alpha val="10000"/>
            </a:srgbClr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触发机制：稀缺性被当成促单工具——仅此一次、错过不再有、情怀限定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023360" cy="914400"/>
          </a:xfrm>
          <a:prstGeom prst="rect">
            <a:avLst/>
          </a:prstGeom>
          <a:solidFill>
            <a:srgbClr val="C9B99A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反面案例：papi酱2200万广告贴片——大大方方承认这是生意，商业和内容两条线从头到尾没打架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00400"/>
            <a:ext cx="4023360" cy="914400"/>
          </a:xfrm>
          <a:prstGeom prst="rect">
            <a:avLst/>
          </a:prstGeom>
          <a:solidFill>
            <a:srgbClr val="1A1A2E">
              <a:alpha val="1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291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警示：罗振宇/得到——知识付费、终身成长变成贩卖焦虑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四类翻车机制总表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  <a:gridCol w="2011680"/>
                <a:gridCol w="25603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核心矛盾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代表案例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最容易说服自己的一句话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位置错配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B9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身份越高，表达越不能只按个人口吻理解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韩红、李佳琦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我又没有恶意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真实错配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B9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呈现的人设，跟受众感知到的现实对不上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雷军热干面、陈光标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我只是做内容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信用外溢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B9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用A领域的好感，掩盖B领域该承担的责任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鹅腿阿姨、薇娅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大家本来就信任我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承诺错配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B9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用一种叙事获得信任，却用另一种逻辑变现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谢娜、罗振宇/得到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商业化有什么错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E08C6D">
              <a:alpha val="8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遇到任何新翻车事件，先别急着站队骂人，先问它属于哪一类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18872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方法论工具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四个能带走、能自查、能修复的工具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工具一：人设不是资产，是一张长期支票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E08C6D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你贴上一个标签的那一刻，不是拿到存款，是开出了一张欠条——公众会拿这张欠条反过来要求你兑现</a:t>
            </a:r>
            <a:endParaRPr lang="en-US" sz="1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1168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你希望拥有的标签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公众默认你要兑现的承诺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一旦兑不了，最容易被说的话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B9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不玩文字游戏，利益关系透明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原来你一直在演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B9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有依据、有边界、不乱跨界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只会讲，根本不懂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接地气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B9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理解普通人的处境和成本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何不食肉糜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长期主义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B9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不靠焦虑和稀缺感短期收割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又在割韭菜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靠谱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B9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说到做到，不临时变卦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说一套做一套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工具二：个人信任账户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每个人心里都有一个账户，存的不是钱，是信任余额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743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存款 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讲清事实和利益关系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不确定时敢说我不知道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承诺之前克制，承诺之后兑现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出错后先承认影响再解释背景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用长期稳定的行为证明价值观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274320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取款 -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过度承诺，反复消费情怀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利用稀缺焦虑逼人决策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834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只解释动机，不回应后果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291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用过去功劳要求原谅现在问题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公众给你的好感，是他们随时可以收回的授权，不，是你永久拥有的免检资格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正面案例：罗永浩 · 真还传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锤子科技资金链断裂，背上亿级债务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没有申请破产保护，没有玩消失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公开承诺一定还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花好几年直播带货，一笔笔往回填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E08C6D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真正值得学的：不是到底还了多少钱，是一开始选择的姿态——公开、可追踪、不装死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这个姿态本身就是往信任账户里存钱最直接的方式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工具三：表达前六问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不管是发朋友圈、上直播、做演讲、发布产品、回应争议——正式说出口之前，过这六个问题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我现在是以谁的身份在说话？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朋友、专业人士、企业创始人、公益人士、行业代表，还是普通消费者？不要以朋友身份提请求，却借用公众人物影响力获得结果。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这句话会让谁付出什么成本？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成本不只是钱，还包括时间、面子、情绪、隐私、职业风险、群体压力、消费决策。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548640" cy="54864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我在调动什么情绪？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429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提供信息、分享体验、提出建议，还是在调用内疚、焦虑、归属感、恐惧、稀缺感？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C9B99A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情绪动员越多，越要确保它没有替代掉事实和对方自由选择的权利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表达前六问（续）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我的真实利益关系说清楚了吗？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商业、朋友、合作、资源交换关系有没有说明？隐瞒不一定违法，但很伤信任。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" cy="54864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把镜头撤掉，这件事还成立吗？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148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如果不拍、不发、不上热搜，我还会不会做这件事？识别表演型真实最好用的一问。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三个月后被截出来，我还站得住吗？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063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假设它脱离上下文、被截取最刺耳的一句、被最不喜欢你的人解读，你还愿意说吗？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六个问题里，有没有哪一问让你在写的时候，笔停了一下？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9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这个停顿很重要，往往就是这次表达最该留意的点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六问自查引导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拿一个你近期真实要面对的公开表达场景，一条一条过一遍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371600" cy="32004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场景举例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1371600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3716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下周要讲的一堂课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1371600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3716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一次内部分享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1371600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3716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一个要发的朋友圈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23760" y="1371600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3716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一次客户报价说明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1965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我现在是以谁的身份在说话？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2011680"/>
            <a:ext cx="457200" cy="45720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1965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这句话会让谁付出什么成本？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011680"/>
            <a:ext cx="457200" cy="45720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1965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我在调动什么情绪？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我的真实利益关系说清楚了吗？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2926080"/>
            <a:ext cx="457200" cy="45720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4048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把镜头撤掉，这件事还成立吗？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457200" cy="45720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7512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三个月后被截出来，我还站得住吗？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六个问题里，有没有哪一问让你在写的时候笔停了一下？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这个停顿，很重要——往往就是这次表达最该留意的点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翻车后多数人第一反应犯四个错误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188720"/>
            <a:ext cx="640080" cy="64008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抢着解释动机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"我本意是好的"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188720"/>
            <a:ext cx="640080" cy="64008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9748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质疑对方理解能力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"你们断章取义"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1188720"/>
            <a:ext cx="640080" cy="64008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诉诸旧功劳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"我以前做过那么多好事"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100584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1188720"/>
            <a:ext cx="640080" cy="64008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9516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找替罪羊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"是团队运营/剪辑的问题"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474720"/>
            <a:ext cx="1645920" cy="41148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74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共同问题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都在要求公众先理解你，却没有先承认公众受到了什么影响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四步回应流程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822960" cy="86868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960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承认结果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我这次的表达或行为确实造成了什么样的感受或后果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645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822960" cy="86868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承担责任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2860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不管本意是什么，这个后果由我承担，不推给别人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2606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822960" cy="86868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889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说明边界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246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可以澄清必要的事实，但不要把澄清写成辩解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49040"/>
            <a:ext cx="822960" cy="86868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490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给出动作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42062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接下来具体怎么调整，怎么让公众看得见、验证得了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274320"/>
            <a:ext cx="2743200" cy="36576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模板框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371600"/>
            <a:ext cx="1828800" cy="4572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收尾与方法迁移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B9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怎么把今天这套东西，变成你自己以后能用的方法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E08C6D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案例式教学设计四步法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51560"/>
            <a:ext cx="548640" cy="54864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960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选案例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贴近听众真实处境的具体事件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051560"/>
            <a:ext cx="73152" cy="54864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051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标准：听众不需要花时间理解背景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057400"/>
            <a:ext cx="548640" cy="54864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拆机制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331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不停在"对不对"，往下问"这背后碰到了什么"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2057400"/>
            <a:ext cx="73152" cy="54864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2057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停在对不对是吃瓜，往下问为什么才是在教方法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建工具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把机制变成一张能带走的清单、公式或自检表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0" y="3063240"/>
            <a:ext cx="73152" cy="54864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检验标准：听众下周还能不能用得上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E08C6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促迁移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4343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留出时间让听众当场把工具套在自己的场景上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0" y="4069080"/>
            <a:ext cx="73152" cy="54864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4069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当场用过一次，信息才真正转移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面对年轻人的建议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32004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37360" y="10058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年轻人对被教育、被灌输道理的敏感度，比以前任何一代都高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8288"/>
          </a:xfrm>
          <a:prstGeom prst="rect">
            <a:avLst/>
          </a:prstGeom>
          <a:solidFill>
            <a:srgbClr val="C9B99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45920"/>
            <a:ext cx="393192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他们不缺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9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道理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3931920" cy="45720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45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2103120"/>
            <a:ext cx="39319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8C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1031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8C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自己想明白的过程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16459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017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少一点"我告诉你应该怎样"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多一点"我们一起看看这背后到底发生了什么"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1097280" cy="32004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94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践行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37360" y="37947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这道本身就是边界信任的实践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道理讲得越少，留白留得越多，年轻人反而记得越牢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731520"/>
            <a:ext cx="1828800" cy="4572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别人给你的信任，不是你的战利品，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是他们随时可以收回的授权。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你能不能一直被信任，取决于你是不是一直记得这一点。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743200" cy="27432"/>
          </a:xfrm>
          <a:prstGeom prst="rect">
            <a:avLst/>
          </a:prstGeom>
          <a:solidFill>
            <a:srgbClr val="C9B9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对韩红、雷军、李佳琦成立，对我们每一个人也一样成立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0" y="4480560"/>
            <a:ext cx="1828800" cy="45720"/>
          </a:xfrm>
          <a:prstGeom prst="rect">
            <a:avLst/>
          </a:prstGeom>
          <a:solidFill>
            <a:srgbClr val="E08C6D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E08C6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B9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信任账本 · 高曝光时代的个人信任经营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案例数5+  |  信任层级5层  |  塌陷机制4类  |  可用工具4件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信任账本 - 高曝光时代的个人信任经营</dc:title>
  <dc:subject>个人信任经营</dc:subject>
  <dc:creator>AI Generated</dc:creator>
  <cp:lastModifiedBy>AI Generated</cp:lastModifiedBy>
  <cp:revision>1</cp:revision>
  <dcterms:created xsi:type="dcterms:W3CDTF">2026-08-17T13:15:16Z</dcterms:created>
  <dcterms:modified xsi:type="dcterms:W3CDTF">2026-08-17T13:15:16Z</dcterms:modified>
</cp:coreProperties>
</file>