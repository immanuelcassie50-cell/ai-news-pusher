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优点炸弹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 相 赞 美 · 具 体 可 操 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28800" cy="36576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544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393192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每人为展示者写下2-3个优点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具体、可操作的赞美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不是泛泛的"讲得好"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54480"/>
            <a:ext cx="3931920" cy="45720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示范格式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"优点：开场用故事引入，立刻抓住注意力"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3200400"/>
            <a:ext cx="457200" cy="457200"/>
          </a:xfrm>
          <a:prstGeom prst="ellipse">
            <a:avLst/>
          </a:prstGeom>
          <a:solidFill>
            <a:srgbClr val="B31F2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023360"/>
            <a:ext cx="54864" cy="45720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TIP：越具体越有价值，"声音很有感染力"不如"第三分钟语速放慢，让人更专注"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31F2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2026-06-24T01:36:19Z</dcterms:created>
  <dcterms:modified xsi:type="dcterms:W3CDTF">2026-06-24T01:36:19Z</dcterms:modified>
</cp:coreProperties>
</file>