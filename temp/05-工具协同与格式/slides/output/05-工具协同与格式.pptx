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43C3C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4A4A4A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工具协同与格式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一个任务，多个工具如何顺畅流转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2743200" cy="45720"/>
          </a:xfrm>
          <a:prstGeom prst="rect">
            <a:avLst/>
          </a:prstGeom>
          <a:solidFill>
            <a:srgbClr val="C43C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工具路由的判断逻辑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决策树与工具选择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格式处理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944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工具之间的翻译层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个人AI产出库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4133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让每次积累都有地方放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1097280" cy="3200400"/>
          </a:xfrm>
          <a:prstGeom prst="rect">
            <a:avLst/>
          </a:prstGeom>
          <a:solidFill>
            <a:srgbClr val="C43C3C">
              <a:alpha val="92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工具路由的判断逻辑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决策树与工具选择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你见过这种情况吗？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客户技术交流会录音整理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录了音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千问不接受音频文件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手动输入，两小时整理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专业术语不确定对错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下个月还得重复两小时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2743200" cy="25603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豆包转文字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几分钟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人工核查术语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存入知识库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千问分析整理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4A4A4A">
              <a:alpha val="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差距不在于哪个工具更强，在于你知不知道任务在工具之间该怎么流动。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工具路由的核心判断逻辑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这个步骤的核心需求是什么？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4572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专项成熟工具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写公文/辅导学习/特定业务系统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914400" cy="365760"/>
          </a:xfrm>
          <a:prstGeom prst="rect">
            <a:avLst/>
          </a:prstGeom>
          <a:solidFill>
            <a:srgbClr val="4A4A4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直接用专项工具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00200"/>
            <a:ext cx="457200" cy="9144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002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音视频/图片处理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需要处理音频、视频、图片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1874520"/>
            <a:ext cx="914400" cy="365760"/>
          </a:xfrm>
          <a:prstGeom prst="rect">
            <a:avLst/>
          </a:prstGeom>
          <a:solidFill>
            <a:srgbClr val="C43C3C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97480"/>
            <a:ext cx="457200" cy="9144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974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准确信息查询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需要查准确信息，或核实AI数据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971800"/>
            <a:ext cx="914400" cy="365760"/>
          </a:xfrm>
          <a:prstGeom prst="rect">
            <a:avLst/>
          </a:prstGeom>
          <a:solidFill>
            <a:srgbClr val="C43C3C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974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697480"/>
            <a:ext cx="457200" cy="9144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974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素材存储检索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整理素材、建知识库、存可检索信息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2971800"/>
            <a:ext cx="914400" cy="365760"/>
          </a:xfrm>
          <a:prstGeom prst="rect">
            <a:avLst/>
          </a:prstGeom>
          <a:solidFill>
            <a:srgbClr val="C43C3C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Get笔记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794760"/>
            <a:ext cx="457200" cy="9144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7947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推理写作分析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多步推理、写作、内容生成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0" y="4069080"/>
            <a:ext cx="914400" cy="365760"/>
          </a:xfrm>
          <a:prstGeom prst="rect">
            <a:avLst/>
          </a:prstGeom>
          <a:solidFill>
            <a:srgbClr val="C43C3C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7947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794760"/>
            <a:ext cx="457200" cy="9144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7947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批量本地处理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批量处理本地文件，跑可复用脚本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80960" y="4069080"/>
            <a:ext cx="914400" cy="365760"/>
          </a:xfrm>
          <a:prstGeom prst="rect">
            <a:avLst/>
          </a:prstGeom>
          <a:solidFill>
            <a:srgbClr val="C43C3C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68096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路由判断核心：先判断需求类型，再选工具。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常见的工具选择错误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15568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把准确信息步骤给千问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千问知识有截止日期，给不了最新数据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20640" y="11155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用秘塔查准确信息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把音频处理给千问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千问不接受音频文件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120640" y="212140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只有豆包能做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把所有信息一次性全丢给千问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上下文限制，会[遗忘]早期内容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20640" y="312724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分步骤，知识库管理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133088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8016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批量文件用手动复制粘贴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手动操作费时不值得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120640" y="413308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607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WorkBuddy几分钟完成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工具路由判断练习 —— 第一级难度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77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把上周45分钟供应商技术交流会录音转成文字稿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51560"/>
            <a:ext cx="2743200" cy="0"/>
          </a:xfrm>
          <a:prstGeom prst="line">
            <a:avLst/>
          </a:prstGeom>
          <a:noFill/>
          <a:ln w="6350">
            <a:solidFill>
              <a:srgbClr val="4A4A4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查询某传感器型号的最新行业测试标准参数范围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554480"/>
            <a:ext cx="2743200" cy="0"/>
          </a:xfrm>
          <a:prstGeom prst="line">
            <a:avLst/>
          </a:prstGeom>
          <a:noFill/>
          <a:ln w="6350">
            <a:solidFill>
              <a:srgbClr val="4A4A4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基于整理好的文字素材，生成结构化技术方案初稿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057400"/>
            <a:ext cx="2743200" cy="0"/>
          </a:xfrm>
          <a:prstGeom prst="line">
            <a:avLst/>
          </a:prstGeom>
          <a:noFill/>
          <a:ln w="6350">
            <a:solidFill>
              <a:srgbClr val="4A4A4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把100份同格式月度检测报告批量提取关键字段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2560320"/>
            <a:ext cx="2743200" cy="0"/>
          </a:xfrm>
          <a:prstGeom prst="line">
            <a:avLst/>
          </a:prstGeom>
          <a:noFill/>
          <a:ln w="6350">
            <a:solidFill>
              <a:srgbClr val="4A4A4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2788920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把客户访谈整理结果存入项目知识库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3063240"/>
            <a:ext cx="2743200" cy="0"/>
          </a:xfrm>
          <a:prstGeom prst="line">
            <a:avLst/>
          </a:prstGeom>
          <a:noFill/>
          <a:ln w="6350">
            <a:solidFill>
              <a:srgbClr val="4A4A4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根据步骤的核心需求，判断应该用哪个工具来完成，并写出判断依据（不超过一句话）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4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格式处理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工具之间的[翻译层]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Markdown：AI与业务工具之间的桥梁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Markdown是什么？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一种轻量级的纯文字格式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#号表示标题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**表示加粗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|表示表格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为什么是桥梁？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AI最擅长生成Markdown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纯文字，结构清晰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AI不容易出错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Word/PPT/邮件直接生成质量不稳定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2286000" cy="9144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37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383280" y="3337560"/>
            <a:ext cx="22860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3337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你判断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9360" y="3337560"/>
            <a:ext cx="2286000" cy="914400"/>
          </a:xfrm>
          <a:prstGeom prst="rect">
            <a:avLst/>
          </a:prstGeom>
          <a:solidFill>
            <a:srgbClr val="8B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337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手动整理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进Word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4A4A4A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AI负责内容，你负责最终格式 —— 分工明确，效率更高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常见的格式处理路径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从哪里来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777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怎么处理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777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到哪里去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豆包转写的音频文字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1887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下载为txt格式，或全选复制；先核查专业术语再用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188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粘贴进千问输入框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秘塔的搜索结果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84708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把关键内容手动复制，或用导出功能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8470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粘贴进Get笔记存档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0545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千问的分析输出(Markdown)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50545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全选复制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50545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粘贴进Word，或按标题层级转PPT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5943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6382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WorkBuddy处理的表格数据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16382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导出为CSV或txt格式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16382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给千问分析，或整理进Word报告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2219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千问生成的提示词/任务链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82219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复制，加上场景名+步骤名标注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82219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存进Get笔记，下次直接调用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豆包转写专业术语，必须人工核查！错误有迷惑性，如[量程]→[梁程]，[防护等级]→[防护等极]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不要做的事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期待AI直接生成[能用的Word文件]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简单文档可以，复杂报告（多级标题/表格/特殊格式）质量不稳定，手动调整比从Markdown整理更费时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9728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097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把豆包输出截图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截图是图片，后续步骤如果需要处理文字，还要再转一次。有下载文字选项的用下载，没有的用全选复制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把大段搜索结果原文粘进千问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先自己筛选，把有价值的部分剪下来给千问。搜索结果越长，千问越容易被无关内容带偏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926080"/>
            <a:ext cx="457200" cy="4572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212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一次塞太多信息给千问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千问单次对话有上下文限制，信息太多会导致处理不全或[遗忘]早期内容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2004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现场展示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91640" y="2560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跨工具链路演示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 → 文字 → 知识库 → 分析报告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463040" cy="16459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转文字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录音转文字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057400" y="1325880"/>
            <a:ext cx="1463040" cy="1645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txt格式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导出格式选择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840480" y="1325880"/>
            <a:ext cx="1463040" cy="16459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Get笔记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文字导入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623560" y="1325880"/>
            <a:ext cx="1463040" cy="1645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Markdown报告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406640" y="1325880"/>
            <a:ext cx="1463040" cy="16459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整理进文档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重点观察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solidFill>
            <a:srgbClr val="C43C3C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工具切换节点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格式处理动作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 → 千问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389120"/>
            <a:ext cx="7863840" cy="0"/>
          </a:xfrm>
          <a:prstGeom prst="line">
            <a:avLst/>
          </a:prstGeom>
          <a:noFill/>
          <a:ln w="3810">
            <a:solidFill>
              <a:srgbClr val="4A4A4A">
                <a:alpha val="30000"/>
              </a:srgbClr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2296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秘塔 → Get笔记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4434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3810">
            <a:solidFill>
              <a:srgbClr val="4A4A4A">
                <a:alpha val="30000"/>
              </a:srgbClr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82296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 → Word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4846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0" y="4846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212080"/>
            <a:ext cx="7863840" cy="0"/>
          </a:xfrm>
          <a:prstGeom prst="line">
            <a:avLst/>
          </a:prstGeom>
          <a:noFill/>
          <a:ln w="3810">
            <a:solidFill>
              <a:srgbClr val="4A4A4A">
                <a:alpha val="30000"/>
              </a:srgbClr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4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个人AI产出库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让每次积累都有地方放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为什么需要个人AI产出库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如果AI协作的产出只存在对话框里，对话窗口关闭之后就消失了，下次遇到同类任务还得重新摸索。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AI协作的场景越来越多之后，每个场景摸索出来的细节会相互覆盖，半年后你可能完全记不住当初某个场景用了什么提示词、踩了什么坑。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以为自己[会了]，实际上每次还是在从60分的起点重新爬到80分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建立一个个人AI产出库，就是给这些有价值的东西一个家。这不是复杂的系统，是[随手保存]的固定动作，花5分钟，防止重复摸索。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每次AI协作结束后，做三件事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51560"/>
            <a:ext cx="548640" cy="5486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保存有效提示词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把这次对话里最有效的那轮提示词，复制进Get笔记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691640"/>
            <a:ext cx="5029200" cy="320040"/>
          </a:xfrm>
          <a:prstGeom prst="rect">
            <a:avLst/>
          </a:prstGeom>
          <a:solidFill>
            <a:srgbClr val="C43C3C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标注格式：场景名称-步骤名称-有效提示词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下次遇到同类步骤，稍作修改就能用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保存任务分解链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如果完成了新场景的任务分解链，保存成文档存进项目知识库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017520"/>
            <a:ext cx="5029200" cy="320040"/>
          </a:xfrm>
          <a:prstGeom prst="rect">
            <a:avLst/>
          </a:prstGeom>
          <a:solidFill>
            <a:srgbClr val="C43C3C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017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存进项目知识库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下次遇到同类任务，直接参照调整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记录本次经验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在任务记录卡里补充一行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343400"/>
            <a:ext cx="5029200" cy="320040"/>
          </a:xfrm>
          <a:prstGeom prst="rect">
            <a:avLst/>
          </a:prstGeom>
          <a:solidFill>
            <a:srgbClr val="C43C3C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4343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这次遇到的问题是XXX，我的处理方式是YYY，下次要注意ZZZ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3886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几个月后翻开还能看到当时的经验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Get笔记的提示词库建议结构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提示词库/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73152" cy="7315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竞品分析类/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技术参数对比表生成-千问-有效提示词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市场竞争力分析-千问-有效提示词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73152" cy="7315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会议纪要类/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录音转文字核查-豆包-注意事项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纪要行动项提取-千问-有效提示词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03320"/>
            <a:ext cx="73152" cy="73152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技术文档类/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技术方案初稿-千问-有效提示词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不需要一开始就建好这个结构，随用随建，有内容了就加进去。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积累的价值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没有产出库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30分钟 × 100次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50小时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每次都从头摸索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840480" cy="27432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05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有产出库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 × 100次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8小时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保存后每次直接用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节省42小时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这就是有没有产出库的差距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2004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第三级难度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9164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为你的任务链补全工具路由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打开你在第三章完成的任务分解链，检查[使用工具]这一列。如果还有步骤没有填工具，现在补上。如果有步骤的工具选择你现在觉得不对，也可以修改。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你的任务链里，哪个步骤的工具选择你最不确定？为什么？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有没有哪个步骤，你本来写了[千问]，但现在觉得应该用其他工具？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工具切换的时候，最关键的一次格式处理是哪里？你打算怎么处理？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4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第五章核心结构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第五章知识框架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6517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2651760" cy="54864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判断逻辑：从步骤的核心需求出发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常见错误：准确信息给千问/批量文件手动处理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决策树：音视频→豆包/准确信息→秘塔/存储知识→Get笔记/推理写作→千问/批量本地→WorkBuddy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822960"/>
            <a:ext cx="26517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22960"/>
            <a:ext cx="2651760" cy="54864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822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格式处理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Markdown是桥梁格式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不要让AI直接生成Word（格式不稳定）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正确流程：AI输出Markdown → 人判断内容 → 手动整理进业务格式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6517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651760" cy="54864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822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个人AI产出库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每次协作结束后3个动作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Get笔记的提示词库：按场景类型分类管理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积累的价值：第N次同类任务只需5分钟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4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做一件事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第五章核心逻辑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914400"/>
            <a:ext cx="914400" cy="9144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把任务拆解成步骤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914400" cy="9144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判断每个步骤选什么工具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394960" y="914400"/>
            <a:ext cx="914400" cy="9144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格式桥梁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工具间用Markdown传递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589520" y="914400"/>
            <a:ext cx="914400" cy="91440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产出积累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存提示词和任务链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工具路由核心原则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4290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从步骤的核心需求出发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不是从顺手程度出发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每个工具都有它不擅长的事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把步骤给了不擅长的工具，结果往往比自己做还差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9260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格式桥梁口诀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34747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AI输出Markdown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你来控制最终格式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不要让AI生Word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让AI生内容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章节回顾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工具体系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5个工具的能力边界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914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场景定位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4028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判断什么场景用AI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914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把任务拆解成步骤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914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用对话深挖任务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822960"/>
            <a:ext cx="1554480" cy="2011680"/>
          </a:xfrm>
          <a:prstGeom prst="rect">
            <a:avLst/>
          </a:prstGeom>
          <a:solidFill>
            <a:srgbClr val="C43C3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914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工具协同与格式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工具间如何流转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第五章解决了什么问题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当一个任务需要不止一个工具来完成时，工具之间怎么交接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格式怎么处理，信息怎么不丢失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任务分解链补全[工具路由]这一列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总结与预告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工具路由：从步骤的核心需求出发，不是从顺手程度出发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Markdown是AI和业务工具之间的桥梁格式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C43C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个人AI产出库：每次积累5分钟，省去重复摸索的时间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0"/>
          </a:xfrm>
          <a:prstGeom prst="line">
            <a:avLst/>
          </a:prstGeom>
          <a:noFill/>
          <a:ln w="6350">
            <a:solidFill>
              <a:srgbClr val="4A4A4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C43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第六章预告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工具体系、场景定位、任务链、多轮对话、工具路由——前五章的所有产出，在第六章汇聚成一份可以带走的AI协作任务记录卡。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第五章：工具协同与格式</dc:title>
  <dc:subject>PptxGenJS Presentation</dc:subject>
  <dc:creator>AI协作课程</dc:creator>
  <cp:lastModifiedBy>AI协作课程</cp:lastModifiedBy>
  <cp:revision>1</cp:revision>
  <dcterms:created xsi:type="dcterms:W3CDTF">2026-05-18T05:06:45Z</dcterms:created>
  <dcterms:modified xsi:type="dcterms:W3CDTF">2026-05-18T05:06:45Z</dcterms:modified>
</cp:coreProperties>
</file>