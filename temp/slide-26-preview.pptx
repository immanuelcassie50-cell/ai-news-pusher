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模块三学习目标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LEARNING OBJECTIVES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10515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2306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230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508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识别业务风险节点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精准定位授权签署、变更确认、交付验收、款项收支、资料保管五大高风险环节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06040"/>
            <a:ext cx="73152" cy="10515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85750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575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掌握授权管理原则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牢记空白文件不盖章、他方文件不盖章、越权事项不盖章三大铁律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40480"/>
            <a:ext cx="73152" cy="10515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09194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919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977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建立流程风控意识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343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将法律风险防控嵌入日常业务操作流程，实现从事后补救到事前预防的转变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2026-07-20T12:11:51Z</dcterms:created>
  <dcterms:modified xsi:type="dcterms:W3CDTF">2026-07-20T12:11:51Z</dcterms:modified>
</cp:coreProperties>
</file>