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" y="0"/>
            <a:ext cx="9006840" cy="9144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需求信号三：财富传承需求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高净值、企业主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识别信号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1508760"/>
            <a:ext cx="397764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1828800"/>
            <a:ext cx="182880" cy="18288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1508760"/>
            <a:ext cx="3337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资产量较高（500万以上）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709160" y="1508760"/>
            <a:ext cx="397764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92040" y="1828800"/>
            <a:ext cx="182880" cy="18288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12" name="Text 10"/>
          <p:cNvSpPr/>
          <p:nvPr/>
        </p:nvSpPr>
        <p:spPr>
          <a:xfrm>
            <a:off x="5166360" y="1508760"/>
            <a:ext cx="3337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企业主或高层管理者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2468880"/>
            <a:ext cx="397764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" y="2788920"/>
            <a:ext cx="182880" cy="18288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2468880"/>
            <a:ext cx="3337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关注资产保护、传承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709160" y="2468880"/>
            <a:ext cx="397764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92040" y="2788920"/>
            <a:ext cx="182880" cy="18288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18" name="Text 16"/>
          <p:cNvSpPr/>
          <p:nvPr/>
        </p:nvSpPr>
        <p:spPr>
          <a:xfrm>
            <a:off x="5166360" y="2468880"/>
            <a:ext cx="3337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有多次婚姻或子女众多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" y="35661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切入话术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57200" y="3931920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8B0000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9776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1005840" y="3931920"/>
            <a:ext cx="7498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王总，您有没有考虑过如何把辛苦积累的财富安全地传给家人？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24" name="Text 22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2026-07-01T09:23:09Z</dcterms:created>
  <dcterms:modified xsi:type="dcterms:W3CDTF">2026-07-01T09:23:09Z</dcterms:modified>
</cp:coreProperties>
</file>