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沙盘任务一：股权结构诊断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3716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分析当前股权结构的问题与风险，识别潜在隐患并提出改进方案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2B2D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股权结构诊断报告 + 改进建议方案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诊断维度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63240"/>
            <a:ext cx="54864" cy="1828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控制权分析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谁能控制公司决策？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3063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0" y="3063240"/>
            <a:ext cx="54864" cy="1828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324612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2336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9748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激励性分析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97480" y="4206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股权能否激励管理层？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63240"/>
            <a:ext cx="54864" cy="18288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24612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792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稳定性分析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4206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股权结构能否稳定传承？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49440" y="306324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49440" y="3063240"/>
            <a:ext cx="54864" cy="18288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9" name="Shape 37"/>
          <p:cNvSpPr/>
          <p:nvPr/>
        </p:nvSpPr>
        <p:spPr>
          <a:xfrm>
            <a:off x="7132320" y="324612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1248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8660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流动性分析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86600" y="42062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股权变现能力如何？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03920" y="4572000"/>
            <a:ext cx="457200" cy="45720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46720" y="4709160"/>
            <a:ext cx="274320" cy="274320"/>
          </a:xfrm>
          <a:prstGeom prst="ellipse">
            <a:avLst/>
          </a:prstGeom>
          <a:solidFill>
            <a:srgbClr val="D90429">
              <a:alpha val="2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2026-07-08T05:33:19Z</dcterms:created>
  <dcterms:modified xsi:type="dcterms:W3CDTF">2026-07-08T05:33:19Z</dcterms:modified>
</cp:coreProperties>
</file>