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博弈论视角下的抵制行为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个人理性导致集体非理性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收益矩阵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402336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28600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478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1097280" cy="2560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 rot="16200000">
            <a:off x="1371600" y="2834640"/>
            <a:ext cx="1097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-1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-1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2834640"/>
            <a:ext cx="201168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8346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背叛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-3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68880" y="4114800"/>
            <a:ext cx="201168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4114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合作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0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-3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41148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11480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背叛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-2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-2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468880" cy="301752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战略互动本质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83464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纳什均衡点：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双方都选择背叛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个人最优不等于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集体最优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变革启示：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需要设计机制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让合作成为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新的均衡点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84632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2026-08-08T16:40:20Z</dcterms:created>
  <dcterms:modified xsi:type="dcterms:W3CDTF">2026-08-08T16:40:20Z</dcterms:modified>
</cp:coreProperties>
</file>