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需求信号二：子女教育需求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有适龄子女、关注教育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识别信号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2880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子女年龄5-18岁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82880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5087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经常讨论教育费用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78892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关注国际学校、留学等话题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78892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4688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为子女未来做准备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切入话术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05840" y="393192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李女士，您孩子多大了？有没有考虑过教育金的问题？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2026-07-01T09:23:08Z</dcterms:created>
  <dcterms:modified xsi:type="dcterms:W3CDTF">2026-07-01T09:23:08Z</dcterms:modified>
</cp:coreProperties>
</file>