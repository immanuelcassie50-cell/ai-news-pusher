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C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YINGWEI® · 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0" y="91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C7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竞越 · 创新学院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800" kern="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英为®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创新思维与实用工具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spc="200" kern="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Thinking &amp; Practical Tools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828800" cy="0"/>
          </a:xfrm>
          <a:prstGeom prst="line">
            <a:avLst/>
          </a:prstGeom>
          <a:noFill/>
          <a:ln w="25400">
            <a:solidFill>
              <a:srgbClr val="D436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 · 构 · 验  ·  三段循环 7 步闭环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· Build · Validate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C7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课程版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4800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C7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竞越顾问  ·  创新学院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一句话课程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AI 时代，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把"创新"从天赋变成可训练的方法，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6 项能力成为你的肌肉记忆。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1371600" cy="0"/>
          </a:xfrm>
          <a:prstGeom prst="line">
            <a:avLst/>
          </a:prstGeom>
          <a:noFill/>
          <a:ln w="25400">
            <a:solidFill>
              <a:srgbClr val="D436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 / 750 分钟 / 24 张工具表单 / 1 个真实创新任务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4709160"/>
            <a:ext cx="7863840" cy="0"/>
          </a:xfrm>
          <a:prstGeom prst="line">
            <a:avLst/>
          </a:prstGeom>
          <a:noFill/>
          <a:ln w="6350">
            <a:solidFill>
              <a:srgbClr val="6B63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英为® · 创新思维与实用工具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~120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361F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" cy="9144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改变了 3 件事，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3 件事没变。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51760" cy="914400"/>
          </a:xfrm>
          <a:prstGeom prst="rect">
            <a:avLst/>
          </a:prstGeom>
          <a:solidFill>
            <a:srgbClr val="FBE9E3"/>
          </a:solidFill>
          <a:ln w="12700">
            <a:solidFill>
              <a:srgbClr val="D436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调研速度 ×10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46120" y="2377440"/>
            <a:ext cx="2651760" cy="914400"/>
          </a:xfrm>
          <a:prstGeom prst="rect">
            <a:avLst/>
          </a:prstGeom>
          <a:solidFill>
            <a:srgbClr val="FBE9E3"/>
          </a:solidFill>
          <a:ln w="12700">
            <a:solidFill>
              <a:srgbClr val="D436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方案数量 ×100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2377440"/>
            <a:ext cx="2651760" cy="914400"/>
          </a:xfrm>
          <a:prstGeom prst="rect">
            <a:avLst/>
          </a:prstGeom>
          <a:solidFill>
            <a:srgbClr val="FBE9E3"/>
          </a:solidFill>
          <a:ln w="12700">
            <a:solidFill>
              <a:srgbClr val="D436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2697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原型成本 ÷10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651760" cy="914400"/>
          </a:xfrm>
          <a:prstGeom prst="rect">
            <a:avLst/>
          </a:prstGeom>
          <a:solidFill>
            <a:srgbClr val="EBE4D2"/>
          </a:solidFill>
          <a:ln w="12700">
            <a:solidFill>
              <a:srgbClr val="5C80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29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8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用户用脚投票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6120" y="3383280"/>
            <a:ext cx="2651760" cy="914400"/>
          </a:xfrm>
          <a:prstGeom prst="rect">
            <a:avLst/>
          </a:prstGeom>
          <a:solidFill>
            <a:srgbClr val="EBE4D2"/>
          </a:solidFill>
          <a:ln w="12700">
            <a:solidFill>
              <a:srgbClr val="5C80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429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8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问题需要挖到 L5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35040" y="3383280"/>
            <a:ext cx="2651760" cy="914400"/>
          </a:xfrm>
          <a:prstGeom prst="rect">
            <a:avLst/>
          </a:prstGeom>
          <a:solidFill>
            <a:srgbClr val="EBE4D2"/>
          </a:solidFill>
          <a:ln w="12700">
            <a:solidFill>
              <a:srgbClr val="5C80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429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8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3703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人需要真实验证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7863840" cy="0"/>
          </a:xfrm>
          <a:prstGeom prst="line">
            <a:avLst/>
          </a:prstGeom>
          <a:noFill/>
          <a:ln w="6350">
            <a:solidFill>
              <a:srgbClr val="6B63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改变节奏 · 不改变本质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~120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361F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你将带走什么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" cy="9144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不是知识，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24 张工具 + 6 项能力 + 1 个真实任务。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137160" cy="100584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张工具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 · 24 张可填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感·构·验 全程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22860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286000"/>
            <a:ext cx="137160" cy="100584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项能力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 · 5 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30/60/90 回看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83280"/>
            <a:ext cx="137160" cy="100584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个任务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你的真实场景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从工作坊到日常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3383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3383280"/>
            <a:ext cx="137160" cy="100584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套语言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9204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团队共同词汇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个月可用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709160"/>
            <a:ext cx="7863840" cy="0"/>
          </a:xfrm>
          <a:prstGeom prst="line">
            <a:avLst/>
          </a:prstGeom>
          <a:noFill/>
          <a:ln w="6350">
            <a:solidFill>
              <a:srgbClr val="6B63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带走的是工具 · 不是信息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~120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361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项创新者能力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" cy="9144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可训练 · 可评估 · 可迁移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深度感知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 AI 漏掉的真实信号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6052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问题聚焦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从现象挖到 L4/L5 真问题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91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49440" y="1737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方向判断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多个方案中选对方向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最小代价验证关键假设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16052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37560" y="3749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AI 与人的分工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301752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94944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叙事影响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3749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用故事说服决策者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709160"/>
            <a:ext cx="7863840" cy="0"/>
          </a:xfrm>
          <a:prstGeom prst="line">
            <a:avLst/>
          </a:prstGeom>
          <a:noFill/>
          <a:ln w="6350">
            <a:solidFill>
              <a:srgbClr val="6B63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把创新能力拆成可训练的具体能力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~120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361F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感·构·验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· Build · Validate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71600" cy="0"/>
          </a:xfrm>
          <a:prstGeom prst="line">
            <a:avLst/>
          </a:prstGeom>
          <a:noFill/>
          <a:ln w="25400">
            <a:solidFill>
              <a:srgbClr val="D436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36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进入真实现场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 AI 漏掉的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听用户没说的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246120" y="155448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5C80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554480"/>
            <a:ext cx="2651760" cy="548640"/>
          </a:xfrm>
          <a:prstGeom prst="rect">
            <a:avLst/>
          </a:prstGeom>
          <a:solidFill>
            <a:srgbClr val="5C8068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4612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C8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把洞察变成方向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从问题到方案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从方案到选择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6517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554480"/>
            <a:ext cx="265176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554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3504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用最小代价验证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假装销售 · 纸面原型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+ 数据 + 调整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FBE9E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3 段不是顺序：边感边构边验才是真实节奏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709160"/>
            <a:ext cx="7863840" cy="0"/>
          </a:xfrm>
          <a:prstGeom prst="line">
            <a:avLst/>
          </a:prstGeom>
          <a:noFill/>
          <a:ln w="6350">
            <a:solidFill>
              <a:srgbClr val="6B63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创新循环 · 不是直线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~120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361F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问·解·造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Inquire · Decode · Create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71600" cy="0"/>
          </a:xfrm>
          <a:prstGeom prst="line">
            <a:avLst/>
          </a:prstGeom>
          <a:noFill/>
          <a:ln w="25400">
            <a:solidFill>
              <a:srgbClr val="D436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类工具对应 3 类问题 — 先判断再选工具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517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36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了解场景 · 看见信号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场景卡 · 情境访谈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感知计划 · 洞见改造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737360"/>
            <a:ext cx="26517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5C8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C80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24612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5C8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提炼洞见 · 定义问题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3291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信号归集 · 洞见提炼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视角阶梯 · HMW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03504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2834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生成方案 · 验证方向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3291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发散矩阵 · 三维矩阵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验证对话 · 反馈摘要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判断口径：问 → 我想看用户在做什么；解 → 我说不出一句话；造 → 我不知道从哪个方案开始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709160"/>
            <a:ext cx="7863840" cy="0"/>
          </a:xfrm>
          <a:prstGeom prst="line">
            <a:avLst/>
          </a:prstGeom>
          <a:noFill/>
          <a:ln w="6350">
            <a:solidFill>
              <a:srgbClr val="6B63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工具地图 · 先选类再选具体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~120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361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两天节奏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" cy="9144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 · 360 分钟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 · 破局（90min）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10:30 · 感上 · 进入现场（90min）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 · 感下 · 挖到真问题（90min）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15:30 · 构上 · 锁定方向（90min）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主题：看清场景 · 挖出真问题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D4361F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· 390 分钟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 · 构下 · 创意生成（90min）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10:30 · 验 · 轻量验证（90min）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 · 验 · 反馈与决策（90min）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15:30 · 整合 · 30/60/90 承诺（120min）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3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主题：造出方案 · 带走节拍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709160"/>
            <a:ext cx="7863840" cy="0"/>
          </a:xfrm>
          <a:prstGeom prst="line">
            <a:avLst/>
          </a:prstGeom>
          <a:noFill/>
          <a:ln w="6350">
            <a:solidFill>
              <a:srgbClr val="6B63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 + 下午 = 完整的感·构·验闭环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~120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361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大模块 · 9 个段落 · 完整闭环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436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重建对创新的认知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468880" cy="2743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436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6052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进入真实现场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2468880"/>
            <a:ext cx="2468880" cy="2743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3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C80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8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2011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让真问题浮出水面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2468880" cy="2743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8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C80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8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把洞察变成方向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2468880" cy="2743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8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90min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605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构下·验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33756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用最小代价验证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37560" y="4023360"/>
            <a:ext cx="2468880" cy="2743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3017520"/>
            <a:ext cx="265176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94944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2648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让创新可被带走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4023360"/>
            <a:ext cx="2468880" cy="27432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4023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709160"/>
            <a:ext cx="7863840" cy="0"/>
          </a:xfrm>
          <a:prstGeom prst="line">
            <a:avLst/>
          </a:prstGeom>
          <a:noFill/>
          <a:ln w="6350">
            <a:solidFill>
              <a:srgbClr val="6B63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大模块 · 完整闭环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~120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361F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英为® 创新思维与实用工具</dc:title>
  <dc:subject>PptxGenJS Presentation</dc:subject>
  <dc:creator>竞越 · 创新学院</dc:creator>
  <cp:lastModifiedBy>竞越 · 创新学院</cp:lastModifiedBy>
  <cp:revision>1</cp:revision>
  <dcterms:created xsi:type="dcterms:W3CDTF">2026-06-14T23:25:23Z</dcterms:created>
  <dcterms:modified xsi:type="dcterms:W3CDTF">2026-06-14T23:25:23Z</dcterms:modified>
</cp:coreProperties>
</file>