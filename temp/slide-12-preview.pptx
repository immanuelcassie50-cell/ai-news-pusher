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业务动作-财务结果-风险后果因果链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CHAIN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2B2D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业务动作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01568" y="1325880"/>
            <a:ext cx="2926080" cy="502920"/>
          </a:xfrm>
          <a:prstGeom prst="roundRect">
            <a:avLst>
              <a:gd name="adj" fmla="val 10909"/>
            </a:avLst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3401568" y="13258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财务结果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45936" y="132588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2B2D42"/>
          </a:solidFill>
          <a:ln/>
        </p:spPr>
      </p:sp>
      <p:sp>
        <p:nvSpPr>
          <p:cNvPr id="10" name="Text 8"/>
          <p:cNvSpPr/>
          <p:nvPr/>
        </p:nvSpPr>
        <p:spPr>
          <a:xfrm>
            <a:off x="6345936" y="13258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风险后果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4708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合同条款马虎，违约责任不明确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01568" y="1847088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84708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对方违约时，无法主张有效赔偿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5936" y="18470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345936" y="1847088"/>
            <a:ext cx="4572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1847088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经济损失无法弥补，诉讼成本高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52374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52374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口头协议未补签书面合同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1568" y="2523744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93008" y="252374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核心商务条款缺乏法律效力支撑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45936" y="2523744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345936" y="2523744"/>
            <a:ext cx="4572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523744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纠纷无凭据，败诉风险极高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20040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004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交货/服务验收未保留签字文件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01568" y="3200400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008" y="32004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应收账款缺乏合法债权凭证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45936" y="320040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345936" y="3200400"/>
            <a:ext cx="4572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1" name="Text 29"/>
          <p:cNvSpPr/>
          <p:nvPr/>
        </p:nvSpPr>
        <p:spPr>
          <a:xfrm>
            <a:off x="6437376" y="320040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款项追索困难，商业关系破裂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877056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7705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逾期未催收且超过诉讼时效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01568" y="3877056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93008" y="387705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本可收回的款项变成坏账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45936" y="3877056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6345936" y="3877056"/>
            <a:ext cx="4572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8" name="Text 36"/>
          <p:cNvSpPr/>
          <p:nvPr/>
        </p:nvSpPr>
        <p:spPr>
          <a:xfrm>
            <a:off x="6437376" y="3877056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丧失胜诉权，债务成死账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553712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55371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关键证据材料遗失或销毁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01568" y="4553712"/>
            <a:ext cx="2926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493008" y="455371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无法证明已履约或对方过错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345936" y="4553712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345936" y="4553712"/>
            <a:ext cx="45720" cy="65836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5" name="Text 43"/>
          <p:cNvSpPr/>
          <p:nvPr/>
        </p:nvSpPr>
        <p:spPr>
          <a:xfrm>
            <a:off x="6437376" y="455371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从原告变被告，承担不利后果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181344" y="27614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99632" y="2761488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49" name="Text 4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2026-07-20T12:13:16Z</dcterms:created>
  <dcterms:modified xsi:type="dcterms:W3CDTF">2026-07-20T12:13:16Z</dcterms:modified>
</cp:coreProperties>
</file>