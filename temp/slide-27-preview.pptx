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五个最高风险业务节点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HIGH-RISK BUSINESS NODES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55448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授权签署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越权签署、代签、空白合同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371600"/>
            <a:ext cx="26060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15968" y="155448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31596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64408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变更确认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55848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单方变更、口头变更、变更无记录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371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371600"/>
            <a:ext cx="26060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23176" y="155448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71616" y="2148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交付验收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验收标准不清、签收不规范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65376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65376" y="3017520"/>
            <a:ext cx="26060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2916936" y="320040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2916936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65376" y="3794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款项收支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956816" y="4114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付款条件不符、私账收付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72584" y="30175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72584" y="3017520"/>
            <a:ext cx="26060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Shape 29"/>
          <p:cNvSpPr/>
          <p:nvPr/>
        </p:nvSpPr>
        <p:spPr>
          <a:xfrm>
            <a:off x="5724144" y="320040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5724144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72584" y="3794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资料保管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64024" y="4114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文档丢失、交接不清、过期作废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风险提示：以上环节出问题将直接导致企业经济损失和法律纠纷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2026-07-20T12:11:53Z</dcterms:created>
  <dcterms:modified xsi:type="dcterms:W3CDTF">2026-07-20T12:11:53Z</dcterms:modified>
</cp:coreProperties>
</file>