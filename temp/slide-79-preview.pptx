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44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C844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列出日常工作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4206240" cy="73152"/>
          </a:xfrm>
          <a:prstGeom prst="rect">
            <a:avLst/>
          </a:prstGeom>
          <a:solidFill>
            <a:srgbClr val="D9B87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960120"/>
            <a:ext cx="164592" cy="164592"/>
          </a:xfrm>
          <a:prstGeom prst="ellipse">
            <a:avLst/>
          </a:prstGeom>
          <a:solidFill>
            <a:srgbClr val="F5F0E6"/>
          </a:solidFill>
          <a:ln w="19050">
            <a:solidFill>
              <a:srgbClr val="D9B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拿出一张纸，列出你每天/每周做的所有工作任务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1874520"/>
            <a:ext cx="3749040" cy="0"/>
          </a:xfrm>
          <a:prstGeom prst="line">
            <a:avLst/>
          </a:prstGeom>
          <a:noFill/>
          <a:ln w="12700">
            <a:solidFill>
              <a:srgbClr val="D9B87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1520" y="20116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F0E6"/>
          </a:solidFill>
          <a:ln w="19050">
            <a:solidFill>
              <a:srgbClr val="3A3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011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日常巡检设备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202996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D9B87A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202996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2359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F0E6"/>
          </a:solidFill>
          <a:ln w="19050">
            <a:solidFill>
              <a:srgbClr val="3A3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359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填写生产报表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49040" y="2377440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D9B87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37744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270662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F0E6"/>
          </a:solidFill>
          <a:ln w="19050">
            <a:solidFill>
              <a:srgbClr val="3A35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706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参加早会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49040" y="2724912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D9B87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7249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3054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F0E6"/>
          </a:solidFill>
          <a:ln w="19050">
            <a:solidFill>
              <a:srgbClr val="3A35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0540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回复邮件/消息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49040" y="3072384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D9B87A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307238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34015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F0E6"/>
          </a:solidFill>
          <a:ln w="19050">
            <a:solidFill>
              <a:srgbClr val="3A35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401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处理异常情况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3419856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D9B87A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34198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37490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F0E6"/>
          </a:solidFill>
          <a:ln w="19050">
            <a:solidFill>
              <a:srgbClr val="3A35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维护设备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49040" y="376732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D9B87A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0" y="3767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保养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rot="1500000">
            <a:off x="4297680" y="3749040"/>
            <a:ext cx="73152" cy="320040"/>
          </a:xfrm>
          <a:prstGeom prst="rect">
            <a:avLst/>
          </a:prstGeom>
          <a:solidFill>
            <a:srgbClr val="D9B87A"/>
          </a:solidFill>
          <a:ln/>
        </p:spPr>
      </p:sp>
      <p:sp>
        <p:nvSpPr>
          <p:cNvPr id="43" name="Shape 41"/>
          <p:cNvSpPr/>
          <p:nvPr/>
        </p:nvSpPr>
        <p:spPr>
          <a:xfrm>
            <a:off x="4846320" y="10515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C8442A">
              <a:alpha val="8000"/>
            </a:srgbClr>
          </a:solidFill>
          <a:ln w="19050">
            <a:solidFill>
              <a:srgbClr val="C844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74920" y="1280160"/>
            <a:ext cx="457200" cy="457200"/>
          </a:xfrm>
          <a:prstGeom prst="ellipse">
            <a:avLst/>
          </a:prstGeom>
          <a:solidFill>
            <a:srgbClr val="C8442A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66928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4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重要提示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074920" y="1828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不要省略任何事情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包括看似琐碎的任务：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开会、回复邮件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整理文件、归档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沟通协调、等待审批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喝水、休息、上厕所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只有全面记录，才能看清全貌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338328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A1814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3474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只有看到全部工作，才能发现哪些可以优化、哪些正在被替代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D9B87A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251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7200" y="45720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463040" y="4251960"/>
            <a:ext cx="502920" cy="502920"/>
          </a:xfrm>
          <a:prstGeom prst="ellipse">
            <a:avLst/>
          </a:prstGeom>
          <a:solidFill>
            <a:srgbClr val="D9B87A">
              <a:alpha val="4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463040" y="4251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371600" y="45720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377440" y="4251960"/>
            <a:ext cx="502920" cy="502920"/>
          </a:xfrm>
          <a:prstGeom prst="ellipse">
            <a:avLst/>
          </a:prstGeom>
          <a:solidFill>
            <a:srgbClr val="D9B87A">
              <a:alpha val="4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377440" y="4251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2286000" y="45720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4251960"/>
            <a:ext cx="502920" cy="502920"/>
          </a:xfrm>
          <a:prstGeom prst="ellipse">
            <a:avLst/>
          </a:prstGeom>
          <a:solidFill>
            <a:srgbClr val="D9B87A">
              <a:alpha val="4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3291840" y="4251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200400" y="45720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8442A"/>
          </a:solidFill>
          <a:ln/>
        </p:spPr>
      </p:sp>
      <p:sp>
        <p:nvSpPr>
          <p:cNvPr id="63" name="Text 6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2026-07-31T02:43:06Z</dcterms:created>
  <dcterms:modified xsi:type="dcterms:W3CDTF">2026-07-31T02:43:06Z</dcterms:modified>
</cp:coreProperties>
</file>