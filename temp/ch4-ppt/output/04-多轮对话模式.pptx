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188720"/>
            <a:ext cx="2286000" cy="54864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多轮对话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让AI按你的想法推进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4663440"/>
            <a:ext cx="1645920" cy="48006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AI组合作战 · 教学文档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C43C3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417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多轮对话的底层节奏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783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→ 生成 → 判断 → 迭代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C43C3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880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四种对话模式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3246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逐步收敛型 / 分步执行型 / 角色锁定型 / 检验驱动型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C43C3C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577840" y="1417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每个环节，你要做什么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577840" y="1783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/ 生成 / 判断 / 迭代 / 收尾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83464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C43C3C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577840" y="2880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常见跑偏与救场话术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577840" y="3246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方向偏了 / 信息有误 / 太宽泛 / 太冗长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4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2743200" y="182880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多轮对话的底层节奏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28346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→ 生成 → 判断 → 迭代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8229600" cy="54864"/>
          </a:xfrm>
          <a:prstGeom prst="rect">
            <a:avLst/>
          </a:prstGeom>
          <a:solidFill>
            <a:srgbClr val="C43C3C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为什么第一轮总是"差点意思"？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这不是AI的问题，是所有多轮对话的正常状态。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487168"/>
            <a:ext cx="137160" cy="13716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第一轮信息有限：背景 + 要求 + 素材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035808"/>
            <a:ext cx="137160" cy="13716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AI给出方向但不完整，细节不够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584448"/>
            <a:ext cx="137160" cy="13716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格式可能不对，需要调整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FE8E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23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错误做法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389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换工具 / 从头重述 / 直接放弃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0" y="393192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E8F5E8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4023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正确做法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4389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把输出当草稿，告诉AI哪里需要调整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多轮对话的正确节奏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256032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0" y="1463040"/>
            <a:ext cx="731520" cy="73152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第1轮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给背景和方向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获取初步框架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确认方向没跑偏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37560" y="22860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657600" y="1280160"/>
            <a:ext cx="256032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1463040"/>
            <a:ext cx="731520" cy="73152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第2轮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针对某一部分深化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40480" y="28346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补充更具体的信息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扩展内容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22860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6583680" y="1280160"/>
            <a:ext cx="256032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0" y="1463040"/>
            <a:ext cx="731520" cy="73152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第3轮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修正问题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66560" y="28346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调整格式和语言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收尾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C43C3C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这三轮不是三次重新开始，是同一条线上的推进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四个环节组成循环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0" y="2103120"/>
            <a:ext cx="1280160" cy="128016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0" y="210312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931920" y="1097280"/>
            <a:ext cx="14630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3931920" y="12344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931920" y="16459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背景+要求+素材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0" y="2286000"/>
            <a:ext cx="14630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0" y="24231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69280" y="2834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准备验证标准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3657600"/>
            <a:ext cx="14630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3794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4206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30秒验证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0" y="2286000"/>
            <a:ext cx="14630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2560320" y="24231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560320" y="2834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深化/纠偏/收尾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1792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93192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74320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输入环节：你给AI什么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0F0"/>
          </a:solidFill>
          <a:ln/>
        </p:spPr>
      </p:sp>
      <p:sp>
        <p:nvSpPr>
          <p:cNvPr id="5" name="Shape 3"/>
          <p:cNvSpPr/>
          <p:nvPr/>
        </p:nvSpPr>
        <p:spPr>
          <a:xfrm>
            <a:off x="1508760" y="1371600"/>
            <a:ext cx="548640" cy="54864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背景信息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谁的任务、用在哪里、什么场合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0FFF0"/>
          </a:solidFill>
          <a:ln/>
        </p:spPr>
      </p:sp>
      <p:sp>
        <p:nvSpPr>
          <p:cNvPr id="10" name="Shape 8"/>
          <p:cNvSpPr/>
          <p:nvPr/>
        </p:nvSpPr>
        <p:spPr>
          <a:xfrm>
            <a:off x="4343400" y="1371600"/>
            <a:ext cx="548640" cy="54864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74720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2468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这一轮只做一件事，不要贪心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0F0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178040" y="1371600"/>
            <a:ext cx="548640" cy="54864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16" name="Text 14"/>
          <p:cNvSpPr/>
          <p:nvPr/>
        </p:nvSpPr>
        <p:spPr>
          <a:xfrm>
            <a:off x="717804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9360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格式要求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2468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表格还是段落？中文还是中英对照？长度？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94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缺一不可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1605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要求清楚但没有背景：</a:t>
            </a:r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AI按通用理解来做，可能不是你想要的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有背景但没有格式要求：</a:t>
            </a:r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AI给你的输出可能你根本用不上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判断环节：30秒三问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C43C3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收到AI输出后，花30秒做三件事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640080" cy="64008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463040" y="20116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方向对不对？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6304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确认输出是否符合你的预期方向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640080" cy="64008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463040" y="29260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有没有明显遗漏？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291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检查关键信息是否缺失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640080" cy="64008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840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463040" y="38404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下一步怎么走？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深化 / 纠偏 / 收尾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194560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FFF0F0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0" y="2331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12080" y="274320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一收到输出就直接复制粘贴，这30秒的判断防止你把错误的输出带到下一步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迭代与收尾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迭代时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精确指出：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哪里需要调整，为什么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错误示范：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"不对，重写"——给AI的信息太少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正确示范：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"第3段的竞品参数对比，需要补充工作温度范围和防护等级，格式保持和上面一致"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234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收尾时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0" y="169164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保存有效的提示词进Get笔记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格式：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场景名称-步骤名称-有效提示词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下次遇到同类步骤，直接调用，稍作调整就能用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4A4A4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1605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 = 深化（方向对） / 纠偏（方向偏） / 收尾（内容够）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AI失忆问题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0F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症状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对话进行很多轮、内容积累很长时，AI会开始"忘记"前面的信息。第5轮的回答和第1轮说的某个设定产生矛盾，或者重复解决第3轮已经解决的问题。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应对方式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3375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主动提醒AI关键上下文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在新一轮开头加一句："基于前面确认的XXX，这轮我们做YYY"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20040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846320" y="3337560"/>
            <a:ext cx="457200" cy="45720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0" y="33375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开新对话继续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38862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如果对话太长，考虑开一个新对话，把前面已经确认的关键信息重新打一遍给AI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A4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2743200" y="182880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四种对话模式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28346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根据任务类型选择合适的模式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8229600" cy="54864"/>
          </a:xfrm>
          <a:prstGeom prst="rect">
            <a:avLst/>
          </a:prstGeom>
          <a:solidFill>
            <a:srgbClr val="C43C3C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模式A：逐步收敛型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你对最终产出物有大致方向，但还不确定具体应该包含什么。需要先让AI给一个框架，再逐步确认和深化。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操作要点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182880" cy="18288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第1轮给宽泛方向，让AI输出初步框架或结构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182880" cy="18288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063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第2轮针对框架某一块，给具体方向，深化内容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182880" cy="18288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第3轮修正问题，调整格式，收尾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C43C3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160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最常用于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480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写作类任务、分析报告初稿、需求整理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411480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FE8E8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4160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什么时候会用坏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4480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第1轮框架还没确认就急着让AI填内容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模式B：分步执行型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你已经有了任务分解链，每轮对话对应任务链里的一个步骤。AI做完一步，你核查完，再让它做下一步。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操作要点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182880" cy="18288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每轮开头明确说："基于上面的XXX，现在我需要你做YYY"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182880" cy="18288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063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上一轮的输出直接成为下一轮的输入素材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182880" cy="18288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不要让AI在一轮里做两个步骤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C43C3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160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最常用于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480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有明确步骤的工作流程、已完成任务链之后的实际执行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411480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FE8E8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4160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什么时候会用坏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4480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跳步骤，合并多步为一步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模式C：角色锁定型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需要AI以特定专业视角来处理任务，而不是通用角度。通过在第1轮设定角色和背景，后续所有轮次都基于这个角色来回应。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操作要点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182880" cy="18288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第1轮：设定角色和背景——"你是一位有8年经验的汽车零部件产品工程师"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182880" cy="18288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063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后续轮次：直接提需求，不用每次重新解释背景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182880" cy="18288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注意：角色设定让AI更聚焦，但公司内部信息要自己在后续轮次里补充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C43C3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160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最常用于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480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需要专业视角的报告、评审材料、跨部门沟通初稿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411480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FE8E8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4160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什么时候会用坏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4480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角色设定太虚："你是一个专业工程师"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模式D：检验驱动型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对输出的准确性要求比较高，不能有明显错误或遗漏。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操作要点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182880" cy="18288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先让AI生成内容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182880" cy="18288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063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再让AI从特定维度检验自己的输出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182880" cy="18288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最后让AI基于检验结果修正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C43C3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160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最常用于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480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技术文档、数据准确性要求高的内容、对外发布前的核查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411480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FE8E8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4160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什么时候会用坏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4480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检验维度太泛："检查有没有问题"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模式选择口诀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371600"/>
          </a:xfrm>
          <a:prstGeom prst="roundRect">
            <a:avLst>
              <a:gd name="adj" fmla="val 8000"/>
            </a:avLst>
          </a:prstGeom>
          <a:solidFill>
            <a:srgbClr val="C43C3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需求模糊先收敛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步骤清晰分步做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要专业视角锁角色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43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需求模糊先收敛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743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逐步收敛型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91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步骤清晰分步做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3291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分步执行型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要专业视角锁角色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角色锁定型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3891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389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要准确可靠检验驱动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148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4389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检验驱动型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A4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2743200" y="182880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每个环节，你要做什么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28346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/ 生成 / 判断 / 迭代 / 收尾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8229600" cy="54864"/>
          </a:xfrm>
          <a:prstGeom prst="rect">
            <a:avLst/>
          </a:prstGeom>
          <a:solidFill>
            <a:srgbClr val="C43C3C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输入时你要做什么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给清晰的背景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55448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谁的任务、用在哪里、什么场合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187452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例：这是我负责的项目月报，要在下周一部门会上用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2468880"/>
            <a:ext cx="457200" cy="45720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423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给明确的步骤范围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278892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这一轮只做一件事，不要贪心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310896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例：这轮只做竞品对比表格，不要写分析结论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3703320"/>
            <a:ext cx="457200" cy="45720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3657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给具体的格式要求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402336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表格还是段落？中文还是中英对照？长度大概多少？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0160" y="434340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例：做成三列表格，包含产品名、核心参数、优劣势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收到输出后你要做什么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F0F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不要立刻全部复制粘贴！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先花30秒检查：方向有没有偏、有没有明显遗漏、格式对不对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特别注意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输出看起来不错，但你心里有个模糊的感觉"还差点什么"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这种感觉不要忽视。大多数人在这里会直接接受这个输出，进入下一轮，然后在第4轮发现问题其实出在第2轮。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遇到"差点什么"的感觉，停下来，花30秒想清楚"差"在哪里，然后在当前这轮补上，而不是带着这个问题往后走。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206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4A4A4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这30秒比你复制之后发现不对再回来改要省时间得多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迭代时你要做什么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精确指出：哪里需要调整，为什么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023360" cy="2286000"/>
          </a:xfrm>
          <a:prstGeom prst="roundRect">
            <a:avLst>
              <a:gd name="adj" fmla="val 4000"/>
            </a:avLst>
          </a:prstGeom>
          <a:solidFill>
            <a:srgbClr val="FFE8E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错误示范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"不对，重写"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这给AI的信息太少，它不知道哪里不对，往往重写出来和上一版差不多。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828800"/>
            <a:ext cx="4023360" cy="2286000"/>
          </a:xfrm>
          <a:prstGeom prst="roundRect">
            <a:avLst>
              <a:gd name="adj" fmla="val 4000"/>
            </a:avLst>
          </a:prstGeom>
          <a:solidFill>
            <a:srgbClr val="E8F5E8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965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正确示范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246888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"第3段的竞品参数对比，现在只列了量程和精度，需要补充工作温度范围和防护等级，格式保持和上面一致"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976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C43C3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3891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这样的指令AI知道哪里改、改什么、改成什么样，执行效率高很多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收尾时你要做什么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C43C3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把这次对话里最有用的那个提示词（通常是第2或第3轮的）单独保存进Get笔记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保存格式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260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场景名称-步骤名称-有效提示词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4206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4A4A4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下次遇到同类步骤，不用重新摸索，直接调用这条提示词，稍作调整就能用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环节动作总结表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对话环节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03120" y="1097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你的核心动作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0" y="10972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最常见的误区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544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输入时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15544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给背景+明确范围+格式要求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0" y="15544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需求一口气全说，或者格式要求不提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1945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生成时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0" y="21945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准备验证标准和下一轮调整思路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0" y="21945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什么也不做，等着刷新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8346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收到输出后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03120" y="28346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30秒判断：方向/遗漏/下一步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0" y="28346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立刻复制粘贴，没有判断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4747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迭代时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03120" y="34747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精确说哪里改、改成什么、为什么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0" y="34747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说"不对，重写"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1148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收尾时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03120" y="41148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保存有效的提示词进Get笔记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03520" y="41148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取完内容就关，什么都没留下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4A4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2743200" y="182880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常见跑偏与救场话术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28346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跑偏了怎么拉回来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8229600" cy="54864"/>
          </a:xfrm>
          <a:prstGeom prst="rect">
            <a:avLst/>
          </a:prstGeom>
          <a:solidFill>
            <a:srgbClr val="C43C3C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跑偏类型与救场话术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跑偏类型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28800" y="10515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症状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31920" y="10515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你可以这样说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82296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630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方向偏了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146304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AI在回答一个你没有问的问题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31920" y="146304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"停一下，我想要的其实是XXX，请重新按这个方向来"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1488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信息可能有误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214884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AI给了你不确定的数据或结论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931920" y="214884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"请告诉我第X段里那组数据的信息来源是什么"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82296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8346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太宽泛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28800" y="283464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输出太笼统，没有具体内容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31920" y="283464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"针对第X点，请展开到更具体的层面"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520440"/>
            <a:ext cx="8229600" cy="6858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5204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太冗长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28800" y="352044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输出过长，主要信息找不到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931920" y="352044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"请保留核心内容，精简到XXX字以内"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2062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上下文丢失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828800" y="420624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AI忘了前面轮次的背景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931920" y="420624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"前面我们确认了XXX，基于此，请继续……"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核心练习：真实三轮对话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练习要求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选择你任务分解链中"AI负责"的某一个步骤，在千问里完成一次至少3轮的完整对话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每轮对话结束后，先填一下对话记录表，再决定下一轮怎么走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注意：不是描述你"会怎么做"，是真的打开千问去做，把实际发出去的内容和实际收到的结果填进来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多轮对话记录表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731520" cy="384048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38328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轮次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88720" y="3383280"/>
            <a:ext cx="2011680" cy="384048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3832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我输入的核心要点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3383280"/>
            <a:ext cx="2011680" cy="384048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33832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AI输出的核心要点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12080" y="3383280"/>
            <a:ext cx="1371600" cy="384048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33832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30秒验证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83680" y="3383280"/>
            <a:ext cx="2103120" cy="384048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338328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下一轮调整计划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767328"/>
            <a:ext cx="731520" cy="384048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76732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第1轮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188720" y="3767328"/>
            <a:ext cx="2011680" cy="384048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1" name="Text 19"/>
          <p:cNvSpPr/>
          <p:nvPr/>
        </p:nvSpPr>
        <p:spPr>
          <a:xfrm>
            <a:off x="1188720" y="37673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0" y="3767328"/>
            <a:ext cx="2011680" cy="384048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0" y="37673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212080" y="3767328"/>
            <a:ext cx="1371600" cy="384048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0" y="37673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方向：对/偏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583680" y="3767328"/>
            <a:ext cx="2103120" cy="384048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376732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151376"/>
            <a:ext cx="7315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151376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第2轮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188720" y="4151376"/>
            <a:ext cx="20116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188720" y="415137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0" y="4151376"/>
            <a:ext cx="20116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3200400" y="415137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212080" y="4151376"/>
            <a:ext cx="1371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5212080" y="41513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方向：对/偏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583680" y="4151376"/>
            <a:ext cx="21031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6583680" y="415137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4535424"/>
            <a:ext cx="731520" cy="384048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535424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第3轮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188720" y="4535424"/>
            <a:ext cx="2011680" cy="384048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41" name="Text 39"/>
          <p:cNvSpPr/>
          <p:nvPr/>
        </p:nvSpPr>
        <p:spPr>
          <a:xfrm>
            <a:off x="1188720" y="453542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00400" y="4535424"/>
            <a:ext cx="2011680" cy="384048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43" name="Text 41"/>
          <p:cNvSpPr/>
          <p:nvPr/>
        </p:nvSpPr>
        <p:spPr>
          <a:xfrm>
            <a:off x="3200400" y="453542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212080" y="4535424"/>
            <a:ext cx="1371600" cy="384048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45" name="Text 43"/>
          <p:cNvSpPr/>
          <p:nvPr/>
        </p:nvSpPr>
        <p:spPr>
          <a:xfrm>
            <a:off x="5212080" y="45354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可以收尾/还需继续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583680" y="4535424"/>
            <a:ext cx="2103120" cy="384048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47" name="Text 45"/>
          <p:cNvSpPr/>
          <p:nvPr/>
        </p:nvSpPr>
        <p:spPr>
          <a:xfrm>
            <a:off x="6583680" y="453542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核心练习：多轮对话记录表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我选择执行的步骤是（从任务分解链里复制）：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57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我选用的对话模式是：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17520" y="2121408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43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73552" y="2057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A逐步收敛型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2121408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43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10912" y="2057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B分步执行型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92240" y="2121408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43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48272" y="2057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C角色锁定型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955280" y="2121408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43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11312" y="2057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D检验驱动型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5603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多轮对话记录表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1005840" cy="384048"/>
          </a:xfrm>
          <a:prstGeom prst="rect">
            <a:avLst/>
          </a:prstGeom>
          <a:solidFill>
            <a:srgbClr val="C43C3C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9718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轮次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463040" y="2971800"/>
            <a:ext cx="1920240" cy="384048"/>
          </a:xfrm>
          <a:prstGeom prst="rect">
            <a:avLst/>
          </a:prstGeom>
          <a:solidFill>
            <a:srgbClr val="C43C3C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63040" y="29718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我输入的核心要点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383280" y="2971800"/>
            <a:ext cx="1920240" cy="384048"/>
          </a:xfrm>
          <a:prstGeom prst="rect">
            <a:avLst/>
          </a:prstGeom>
          <a:solidFill>
            <a:srgbClr val="C43C3C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29718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AI输出的核心要点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303520" y="2971800"/>
            <a:ext cx="1371600" cy="384048"/>
          </a:xfrm>
          <a:prstGeom prst="rect">
            <a:avLst/>
          </a:prstGeom>
          <a:solidFill>
            <a:srgbClr val="C43C3C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29718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30秒验证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675120" y="2971800"/>
            <a:ext cx="2011680" cy="384048"/>
          </a:xfrm>
          <a:prstGeom prst="rect">
            <a:avLst/>
          </a:prstGeom>
          <a:solidFill>
            <a:srgbClr val="C43C3C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29718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下一轮调整计划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3355848"/>
            <a:ext cx="100584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35584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第1轮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463040" y="3355848"/>
            <a:ext cx="192024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63040" y="33558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383280" y="3355848"/>
            <a:ext cx="192024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33558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303520" y="3355848"/>
            <a:ext cx="137160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0" y="33558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方向：对/偏/错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完整：是/否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675120" y="3355848"/>
            <a:ext cx="201168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0" y="33558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3739896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739896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第2轮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463040" y="3739896"/>
            <a:ext cx="1920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63040" y="373989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383280" y="3739896"/>
            <a:ext cx="1920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83280" y="373989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303520" y="3739896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03520" y="373989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方向：对/偏/错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完整：是/否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675120" y="3739896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75120" y="373989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57200" y="4123944"/>
            <a:ext cx="100584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12394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第3轮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463040" y="4123944"/>
            <a:ext cx="192024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463040" y="412394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383280" y="4123944"/>
            <a:ext cx="192024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83280" y="412394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303520" y="4123944"/>
            <a:ext cx="137160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03520" y="412394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可以收尾/还需继续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675120" y="4123944"/>
            <a:ext cx="201168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75120" y="412394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57200" y="4507992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450799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第4轮（如需要）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463040" y="4507992"/>
            <a:ext cx="1920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463040" y="450799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3383280" y="4507992"/>
            <a:ext cx="1920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383280" y="450799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303520" y="4507992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303520" y="450799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675120" y="4507992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675120" y="45079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核心练习：提示词保存与问题记录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这次对话里，我认为写得最好的一轮提示词是第___轮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把这轮提示词的核心内容写在下面（这是你要存进Get笔记的内容）：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7863840" cy="457200"/>
          </a:xfrm>
          <a:prstGeom prst="rect">
            <a:avLst/>
          </a:prstGeom>
          <a:solidFill>
            <a:srgbClr val="FAFAFA"/>
          </a:solidFill>
          <a:ln w="6350">
            <a:solidFill>
              <a:srgbClr val="888888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22960" y="192024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我发给千问的内容：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我在这次对话里遇到的问题：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我是怎么处理的（或者我打算怎么处理）：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两人交叉测试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互换对话记录表，对方回答两个问题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600200"/>
            <a:ext cx="365760" cy="36576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600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哪一轮的提问写得最清楚？为什么？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057400"/>
            <a:ext cx="7863840" cy="777240"/>
          </a:xfrm>
          <a:prstGeom prst="rect">
            <a:avLst/>
          </a:prstGeom>
          <a:solidFill>
            <a:srgbClr val="FAFAFA"/>
          </a:solidFill>
          <a:ln w="6350">
            <a:solidFill>
              <a:srgbClr val="888888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822960" y="210312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回答：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3246120"/>
            <a:ext cx="365760" cy="36576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3246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如果你来做下一轮，你会怎么问？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3703320"/>
            <a:ext cx="7863840" cy="777240"/>
          </a:xfrm>
          <a:prstGeom prst="rect">
            <a:avLst/>
          </a:prstGeom>
          <a:solidFill>
            <a:srgbClr val="FAFAFA"/>
          </a:solidFill>
          <a:ln w="6350">
            <a:solidFill>
              <a:srgbClr val="888888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822960" y="374904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回答：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4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2743200" y="182880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知识框架与作业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28346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总结与延伸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8229600" cy="54864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第四章核心结构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776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178308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多轮对话底层节奏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6118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→ 生成 → 判断 → 迭代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循环推进，每轮结束30秒判断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051560"/>
            <a:ext cx="39776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709160" y="1051560"/>
            <a:ext cx="73152" cy="178308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8872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四种对话模式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554480"/>
            <a:ext cx="36118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A逐步收敛型：需求模糊，先框架后内容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B分步执行型：任务链清晰，每步一轮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C角色锁定型：需要专业视角，第1轮锁定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D检验驱动型：对准确性要求高，让AI自检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39776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017520"/>
            <a:ext cx="73152" cy="178308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5468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每个环节你要做的事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520440"/>
            <a:ext cx="36118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输入时：背景+范围+格式，三样都要有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收到输出后：30秒判断，不要直接复制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迭代时：精确指出哪里改、改成什么、为什么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收尾时：保存有效提示词进Get笔记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3017520"/>
            <a:ext cx="39776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709160" y="3017520"/>
            <a:ext cx="73152" cy="178308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315468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跑偏救场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520440"/>
            <a:ext cx="36118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方向偏 / 信息错 / 太宽泛 / 太冗长 / 上下文丢失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对应话术，及时拉回正轨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第五章预告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25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你已经能在千问里完成有效的多轮对话了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0" y="1920240"/>
            <a:ext cx="457200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31520" y="2103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但有些任务千问搞不定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86000" y="2788920"/>
            <a:ext cx="228600" cy="22860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26974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有录音要处理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286000" y="3337560"/>
            <a:ext cx="228600" cy="22860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32461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有需要核实的最新信息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286000" y="3886200"/>
            <a:ext cx="228600" cy="22860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37947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有本地的批量文件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4434840"/>
            <a:ext cx="8229600" cy="73152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6177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第五章教你在多个工具之间顺畅流转，以及工具切换时格式处理的关键方法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课后作业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25880"/>
            <a:ext cx="457200" cy="45720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5880" y="1325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把这一章的对话记录表完整保存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2011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把你认为这次最有效的那轮提示词，存进Get笔记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25880" y="2560320"/>
            <a:ext cx="7132320" cy="640080"/>
          </a:xfrm>
          <a:prstGeom prst="roundRect">
            <a:avLst>
              <a:gd name="adj" fmla="val 11429"/>
            </a:avLst>
          </a:prstGeom>
          <a:solidFill>
            <a:srgbClr val="F5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260604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标注格式：场景名称-步骤名称-有效提示词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383280"/>
            <a:ext cx="7680960" cy="36576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566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931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下次遇到同类步骤，直接从Get笔记里调这条提示词，稍作修改就能用。这是你的第一条可复用提示词。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4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多轮对话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3200400" y="3520440"/>
            <a:ext cx="27432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让AI按你的想法推进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第四章：多轮对话——让AI按你的想法推进</dc:title>
  <dc:subject>PptxGenJS Presentation</dc:subject>
  <dc:creator>AI组合作战</dc:creator>
  <cp:lastModifiedBy>AI组合作战</cp:lastModifiedBy>
  <cp:revision>1</cp:revision>
  <dcterms:created xsi:type="dcterms:W3CDTF">2026-05-18T05:13:45Z</dcterms:created>
  <dcterms:modified xsi:type="dcterms:W3CDTF">2026-05-18T05:13:45Z</dcterms:modified>
</cp:coreProperties>
</file>