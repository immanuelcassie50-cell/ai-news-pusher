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B3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 · 第二炼：炼内容（PSTT框架）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从经验到可复制的方法论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977640"/>
            <a:ext cx="2286000" cy="36576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2026-06-24T01:29:17Z</dcterms:created>
  <dcterms:modified xsi:type="dcterms:W3CDTF">2026-06-24T01:29:17Z</dcterms:modified>
</cp:coreProperties>
</file>