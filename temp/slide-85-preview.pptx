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好结尾的要点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四个关键注意事项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828800" cy="36576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0020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00200"/>
            <a:ext cx="54864" cy="1371600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0" y="16002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不要突然结束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54880" y="160020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600200"/>
            <a:ext cx="54864" cy="1371600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1965960"/>
            <a:ext cx="640080" cy="6400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852160" y="16002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要有回顾和总结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246120"/>
            <a:ext cx="54864" cy="1371600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611880"/>
            <a:ext cx="640080" cy="6400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611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45920" y="32461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要有具体的行动承诺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754880" y="324612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246120"/>
            <a:ext cx="54864" cy="1371600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0" y="3611880"/>
            <a:ext cx="640080" cy="6400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3611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852160" y="32461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要让学员带着「我可以做到」的感觉离开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48640" y="4754880"/>
            <a:ext cx="8046720" cy="13716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2026-06-24T01:31:19Z</dcterms:created>
  <dcterms:modified xsi:type="dcterms:W3CDTF">2026-06-24T01:31:19Z</dcterms:modified>
</cp:coreProperties>
</file>