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对新人的机会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999999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以前入行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需要先死记硬背大量政策和数据细节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645920"/>
            <a:ext cx="41148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508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14300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C41E3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5544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基础工作有工具辅助，可以更早投入判断力训练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14300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1508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跳过死记硬背阶段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18288"/>
          </a:xfrm>
          <a:prstGeom prst="rect">
            <a:avLst/>
          </a:prstGeom>
          <a:solidFill>
            <a:srgbClr val="999999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深度聊天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多跟真实的孩子和家庭深度聊天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行业研究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多花时间研究具体行业的真实动态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743200"/>
            <a:ext cx="26517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880360"/>
            <a:ext cx="320040" cy="3200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29400" y="2880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长期扎实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起步看起来"不够专业"，但长期更扎实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对新人：尽早投入判断力训练，不要死记硬背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2026-08-02T07:17:03Z</dcterms:created>
  <dcterms:modified xsi:type="dcterms:W3CDTF">2026-08-02T07:17:03Z</dcterms:modified>
</cp:coreProperties>
</file>