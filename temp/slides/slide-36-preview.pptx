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承认判断可能错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产业判断的本质是概率，而非预言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C41E3A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 ≠ 预测未来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真正要做的是给出「相对更可能成立」的判断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691640"/>
            <a:ext cx="457200" cy="457200"/>
          </a:xfrm>
          <a:prstGeom prst="ellipse">
            <a:avLst/>
          </a:prstGeom>
          <a:solidFill>
            <a:srgbClr val="C41E3A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坦诚告诉客户不确定性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让客户了解判断的局限性，建立信任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8B0000">
              <a:alpha val="8000"/>
            </a:srgbClr>
          </a:solidFill>
          <a:ln w="12700">
            <a:solidFill>
              <a:srgbClr val="8B000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108960"/>
            <a:ext cx="54864" cy="6400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这份工作的价值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在于比「闭着眼睛选」靠谱得多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需要每天更新判断，不是一次性判断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2026-08-02T07:14:56Z</dcterms:created>
  <dcterms:modified xsi:type="dcterms:W3CDTF">2026-08-02T07:14:56Z</dcterms:modified>
</cp:coreProperties>
</file>