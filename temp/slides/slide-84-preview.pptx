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Q&amp;A：没把握时要不要说实话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7269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遇到孩子和家长都很配合、聊得也很顺，但自己心里其实没底，判断依据不够扎实，这种时候要不要说实话？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148840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要说。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276148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65176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把我心里的不确定直接告诉客户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321868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10896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"这块信息我目前掌握得还不够扎实"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367588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56616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"给您的是一个基于现有信息的判断，建议您再找一到两个信息源交叉验证一下"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短期内可能觉得不够权威，但长期看，这种坦诚才是真正的专业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2026-08-02T07:19:39Z</dcterms:created>
  <dcterms:modified xsi:type="dcterms:W3CDTF">2026-08-02T07:19:39Z</dcterms:modified>
</cp:coreProperties>
</file>