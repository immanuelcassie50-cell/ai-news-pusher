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41E3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7315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你到底站哪边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孩子和家长意见相反时，你到底站哪边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