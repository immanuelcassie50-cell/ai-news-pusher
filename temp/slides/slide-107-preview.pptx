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8B00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589520" y="182880"/>
            <a:ext cx="1097280" cy="457200"/>
          </a:xfrm>
          <a:prstGeom prst="roundRect">
            <a:avLst>
              <a:gd name="adj" fmla="val 16000"/>
            </a:avLst>
          </a:prstGeom>
          <a:solidFill>
            <a:srgbClr val="C41E3A"/>
          </a:solidFill>
          <a:ln/>
        </p:spPr>
      </p:sp>
      <p:sp>
        <p:nvSpPr>
          <p:cNvPr id="5" name="Text 3"/>
          <p:cNvSpPr/>
          <p:nvPr/>
        </p:nvSpPr>
        <p:spPr>
          <a:xfrm>
            <a:off x="7589520" y="182880"/>
            <a:ext cx="1097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第十五章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2801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2801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325880" y="13258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258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那道坎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926080" y="12801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从"方法对不对"到"这个人是谁"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57200" y="20116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85800" y="21945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945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325880" y="22402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16" name="Text 14"/>
          <p:cNvSpPr/>
          <p:nvPr/>
        </p:nvSpPr>
        <p:spPr>
          <a:xfrm>
            <a:off x="1325880" y="22402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老手差别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92608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愿不愿意放下经验重新了解具体的人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29260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85800" y="31089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1089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325880" y="31546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22" name="Text 20"/>
          <p:cNvSpPr/>
          <p:nvPr/>
        </p:nvSpPr>
        <p:spPr>
          <a:xfrm>
            <a:off x="1325880" y="31546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经验丰富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926080" y="31089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≠ 套路熟练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" y="4023360"/>
            <a:ext cx="457200" cy="45720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325880" y="406908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8B0000"/>
          </a:solidFill>
          <a:ln/>
        </p:spPr>
      </p:sp>
      <p:sp>
        <p:nvSpPr>
          <p:cNvPr id="28" name="Text 26"/>
          <p:cNvSpPr/>
          <p:nvPr/>
        </p:nvSpPr>
        <p:spPr>
          <a:xfrm>
            <a:off x="1325880" y="406908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好奇心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2926080" y="4023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可以培养：多问"为什么"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457200" y="4892040"/>
            <a:ext cx="1828800" cy="45720"/>
          </a:xfrm>
          <a:prstGeom prst="rect">
            <a:avLst/>
          </a:prstGeom>
          <a:solidFill>
            <a:srgbClr val="C41E3A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663440"/>
            <a:ext cx="365760" cy="365760"/>
          </a:xfrm>
          <a:prstGeom prst="ellipse">
            <a:avLst/>
          </a:prstGeom>
          <a:solidFill>
            <a:srgbClr val="C41E3A"/>
          </a:solidFill>
          <a:ln/>
        </p:spPr>
      </p:sp>
      <p:sp>
        <p:nvSpPr>
          <p:cNvPr id="32" name="Text 30"/>
          <p:cNvSpPr/>
          <p:nvPr/>
        </p:nvSpPr>
        <p:spPr>
          <a:xfrm>
            <a:off x="2743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107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2026-08-02T07:19:01Z</dcterms:created>
  <dcterms:modified xsi:type="dcterms:W3CDTF">2026-08-02T07:19:01Z</dcterms:modified>
</cp:coreProperties>
</file>