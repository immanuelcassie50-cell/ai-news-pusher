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好奇心培养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天然好奇心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764792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对"具体的人为什么会做出这个选择"这件事天然有好奇心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313432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愿意多问一句、多琢磨一下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862072"/>
            <a:ext cx="109728" cy="109728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而不是问完标准流程里的几个问题就觉得够了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39776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可以培养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764792"/>
            <a:ext cx="109728" cy="1097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1691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并不是天赋标签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313432"/>
            <a:ext cx="109728" cy="1097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240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可以通过刻意练习慢慢培养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862072"/>
            <a:ext cx="109728" cy="109728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788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强迫自己在每次谈话里多问几个"为什么"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多问"为什么"——每次谈话多问几个为什么背后的为什么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2026-08-02T07:19:01Z</dcterms:created>
  <dcterms:modified xsi:type="dcterms:W3CDTF">2026-08-02T07:19:01Z</dcterms:modified>
</cp:coreProperties>
</file>