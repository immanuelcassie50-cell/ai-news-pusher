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AI杠杆点识别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315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AI杠杆点识别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高价值任务的三个特征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36576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9319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课程二 · 模块三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0" y="914400"/>
            <a:ext cx="1097280" cy="1097280"/>
          </a:xfrm>
          <a:prstGeom prst="ellipse">
            <a:avLst/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0" y="1645920"/>
            <a:ext cx="640080" cy="640080"/>
          </a:xfrm>
          <a:prstGeom prst="ellipse">
            <a:avLst/>
          </a:prstGeom>
          <a:solidFill>
            <a:srgbClr val="C41E3A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AI杠杆点识别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AI杠杆点识别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高价值任务的三个特征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0" y="32004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3657600"/>
            <a:ext cx="1371600" cy="13716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什么是AI杠杆点？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D4D4D4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AI介入后能产生最大价值放大的节点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价值贡献公式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C41E3A">
              <a:alpha val="8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97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价值贡献 = 任务重要性 × AI能力匹配度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384048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找到那个点，AI的介入能让你整个工作产生质变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杠杆点 vs 普通任务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3657600" cy="54864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普通任务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做了效果一般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228600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20640" y="109728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097280"/>
            <a:ext cx="36576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杠杆点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521208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价值放大10倍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48056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找到杠杆点，AI能让你的工作产生指数级提升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高价值任务的三个特征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737360"/>
            <a:ext cx="1645920" cy="1645920"/>
          </a:xfrm>
          <a:prstGeom prst="ellipse">
            <a:avLst/>
          </a:prstGeom>
          <a:solidFill>
            <a:srgbClr val="C41E3A">
              <a:alpha val="15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经常发生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737360"/>
            <a:ext cx="1645920" cy="1645920"/>
          </a:xfrm>
          <a:prstGeom prst="ellipse">
            <a:avLst/>
          </a:prstGeom>
          <a:solidFill>
            <a:srgbClr val="C41E3A">
              <a:alpha val="15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74904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影响核心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rgbClr val="C41E3A">
              <a:alpha val="15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可放大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AI能提升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21208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真正的AI杠杆点 = 三个特征的交汇处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特征一：频率高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D4D4D4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每天或每周都会发生，积累效应明显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日报周报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邮件处理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会议总结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数据整理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特征二：价值大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D4D4D4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直接影响核心成果，质量差异会导致结果天壤之别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策略制定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创意构思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客户沟通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特征三：可放大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D4D4D4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AI介入后质量或效率能显著提升（5倍以上）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6517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C41E3A">
              <a:alpha val="10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651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5x+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理想目标：三个特征的交汇处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77440" y="1645920"/>
            <a:ext cx="1188720" cy="1188720"/>
          </a:xfrm>
          <a:prstGeom prst="ellipse">
            <a:avLst/>
          </a:prstGeom>
          <a:solidFill>
            <a:srgbClr val="C41E3A">
              <a:alpha val="2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2011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2834640"/>
            <a:ext cx="1188720" cy="1188720"/>
          </a:xfrm>
          <a:prstGeom prst="ellipse">
            <a:avLst/>
          </a:prstGeom>
          <a:solidFill>
            <a:srgbClr val="C41E3A">
              <a:alpha val="2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2834640"/>
            <a:ext cx="1188720" cy="1188720"/>
          </a:xfrm>
          <a:prstGeom prst="ellipse">
            <a:avLst/>
          </a:prstGeom>
          <a:solidFill>
            <a:srgbClr val="C41E3A">
              <a:alpha val="2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可放大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24231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AI杠杆点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0" y="118872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真正的AI杠杆点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212080" y="22860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频率高 — 经常发生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价值大 — 影响核心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可放大 — AI能提升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三个特征的交集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识别清单：10个问题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通过10个问题，系统性地识别出你的AI杠杆点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问题框架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Q1-Q2: 频率评估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Q3-Q4: 价值判断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Q5-Q6: 能力匹配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Q7-Q8: AI可行性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Q9-Q10: 复利效应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识别问题 1-2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Q1: 这个任务，我每天/每周要花多少时间？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Q2: 如果不做这个任务，最终成果会受影响吗？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8412480" cy="1645920"/>
          </a:xfrm>
          <a:prstGeom prst="roundRect">
            <a:avLst>
              <a:gd name="adj" fmla="val 5556"/>
            </a:avLst>
          </a:prstGeom>
          <a:solidFill>
            <a:srgbClr val="D4D4D4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频率评估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通过这两个问题评估任务的发生频率和影响力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识别问题 3-4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Q3: 这个任务的质量差异，对结果影响有多大？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Q4: 我喜欢做这个任务吗？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8412480" cy="1645920"/>
          </a:xfrm>
          <a:prstGeom prst="roundRect">
            <a:avLst>
              <a:gd name="adj" fmla="val 5556"/>
            </a:avLst>
          </a:prstGeom>
          <a:solidFill>
            <a:srgbClr val="D4D4D4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价值判断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评估任务的价值重要性和个人倾向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识别问题 5-6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Q5: 这个任务需要哪些能力/知识/经验？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Q6: 这些能力中，哪些是我的核心优势？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8412480" cy="1645920"/>
          </a:xfrm>
          <a:prstGeom prst="roundRect">
            <a:avLst>
              <a:gd name="adj" fmla="val 5556"/>
            </a:avLst>
          </a:prstGeom>
          <a:solidFill>
            <a:srgbClr val="D4D4D4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能力匹配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识别人岗匹配度，找到AI放大的最佳切入点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识别问题 7-8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Q7: AI现在能帮我做什么？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Q8: AI做这个，比我做的效果更好吗？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8412480" cy="1645920"/>
          </a:xfrm>
          <a:prstGeom prst="roundRect">
            <a:avLst>
              <a:gd name="adj" fmla="val 5556"/>
            </a:avLst>
          </a:prstGeom>
          <a:solidFill>
            <a:srgbClr val="D4D4D4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AI可行性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评估AI能力与任务的匹配程度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识别问题 9-10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Q9: 如果AI能把这个任务做得和我一样好，我的时间解放出来做什么？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Q10: 一年后回头看，现在在哪用AI会产生最大复利效应？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8412480" cy="1645920"/>
          </a:xfrm>
          <a:prstGeom prst="roundRect">
            <a:avLst>
              <a:gd name="adj" fmla="val 5556"/>
            </a:avLst>
          </a:prstGeom>
          <a:solidFill>
            <a:srgbClr val="D4D4D4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复利效应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思考时间价值最大化，寻找长期复利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10个问题速查表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005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Q1-Q2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频率评估 — 多久发生？影响多大？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Q3-Q4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920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价值判断 — 质量差异？个人倾向？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Q5-Q6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377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能力匹配 — 需要什么？优势在哪？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Q7-Q8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AI可行性 — AI能做什么？效果如何？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Q9-Q10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291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复利效应 — 时间解放？长期价值？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重要原则：AI能做 ≠ 该让AI做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C41E3A">
              <a:alpha val="10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AI能做 ≠ 该让AI做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技术可行性和价值优先序是两回事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AI能写文案 → 但不是每个文案都值得让AI写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AI能做数据分析 → 但关键决策不能只靠AI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AI能做PPT → 但只有核心汇报才值得用AI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AI介入决策矩阵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0" y="10972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C41E3A">
              <a:alpha val="15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优先介入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37760" y="1554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高价值×AI强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10972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持续关注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554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高价值×AI弱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65176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考虑自动化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1089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低价值×AI强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265176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D4D4D4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暂不投入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1089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低价值×AI弱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AI能力水平（低 → 高）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 rot="16200000">
            <a:off x="9144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任务价值（低 → 高）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失败模式一：伪杠杆点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以为找到了杠杆点，其实只是"AI能做的事"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错误做法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看到AI能做什么就做什么，没有从自身价值出发筛选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2860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先定杠杆点，再看AI能否匹配，而非反过来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失败模式二：能力错配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在自己的弱势任务上用AI，没有放大优势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错误做法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用AI弥补短板，而非放大长板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2860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用AI放大核心优势，形成协同效应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失败模式三：单点幻觉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只关注单个任务的AI化，忽略整个工作流的协同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错误做法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孤立优化每个任务，整体效率不升反降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2860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系统思考工作流，找到整体最优解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避免失败的三个建议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避免失败的三个建议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聚焦价值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16459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从任务重要性出发，而非AI能力出发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扬长避短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25603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用AI放大核心优势，不补短板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系统思考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3474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关注整个工作流，而非单个任务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练习：识别你的AI杠杆点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474720"/>
          </a:xfrm>
          <a:prstGeom prst="roundRect">
            <a:avLst>
              <a:gd name="adj" fmla="val 2632"/>
            </a:avLst>
          </a:prstGeom>
          <a:solidFill>
            <a:srgbClr val="D4D4D4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练习步骤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选择一个工作流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回答10个问题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找出Top 3杠杆点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制定AI介入计划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目标：找到对你工作影响最大的那个AI切入点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练习模板：杠杆点识别表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杠杆点识别表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228600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频率评分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价值评分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AI匹配度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综合得分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高/中/低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高/中/低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高/中/低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=SUM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高/中/低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高/中/低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高/中/低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=SUM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高/中/低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高/中/低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高/中/低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=SUM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案例：产品经理的杠杆点识别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案例：产品经理的杠杆点识别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文档撰写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案例分析：谁是高杠杆任务？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案例分析：谁是高杠杆任务？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55448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C41E3A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10312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8C8C8C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持续关注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265176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8C8C8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考虑自动化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320040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4A4A4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效率工具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文档撰写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374904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4A4A4A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效率工具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本节小结（上）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本节小结（上）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AI杠杆点 = 高频率 × 高价值 × 可放大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10个问题识别法系统评估任务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Q1-Q2: 频率评估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Q3-Q4: 价值判断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Q5-Q6: 能力匹配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本节小结（下）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本节小结（下）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AI能做 ≠ 该让AI做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避免三种失败模式：伪杠杆点、能力错配、单点幻觉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用杠杆点识别表量化评估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Q7-Q8: AI可行性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Q9-Q10: 复利效应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找到杠杆点之后呢？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412480" cy="2286000"/>
          </a:xfrm>
          <a:prstGeom prst="roundRect">
            <a:avLst>
              <a:gd name="adj" fmla="val 4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找到杠杆点之后呢？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 - 聚焦与排序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确定AI落地的优先级，制定执行路线图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模块三完成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4572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457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680960" cy="1463040"/>
          </a:xfrm>
          <a:prstGeom prst="roundRect">
            <a:avLst>
              <a:gd name="adj" fmla="val 6250"/>
            </a:avLst>
          </a:prstGeom>
          <a:solidFill>
            <a:srgbClr val="D4D4D4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本模块收获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23774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AI杠杆点识别公式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10问题评估法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避免三种失败模式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C41E3A">
              <a:alpha val="8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118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下一模块：模块四 - 聚焦与排序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确定AI落地的优先级，制定执行路线图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AI杠杆点识别</dc:title>
  <dc:subject>模块三</dc:subject>
  <dc:creator>AI落地实战</dc:creator>
  <cp:lastModifiedBy>AI落地实战</cp:lastModifiedBy>
  <cp:revision>1</cp:revision>
  <dcterms:created xsi:type="dcterms:W3CDTF">2026-07-31T21:37:39Z</dcterms:created>
  <dcterms:modified xsi:type="dcterms:W3CDTF">2026-07-31T21:37:39Z</dcterms:modified>
</cp:coreProperties>
</file>