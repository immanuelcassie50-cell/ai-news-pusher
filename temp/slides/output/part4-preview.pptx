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9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第二天 · 上午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验收与激活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457200" y="3108960"/>
            <a:ext cx="18288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真正的验收才算数，然后让它主动工作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开场：昨晚发生了什么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问题引导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37160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有没有遇到AI输出让你很意外的结果？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246888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有没有发现某条规则「感觉写清楚了，但AI就是不按那条规则处理」？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379476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356616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有没有遇到某个输入让AI在完全没预料到的方向上发挥？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「感觉还行」不是验收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2011680" y="1280160"/>
            <a:ext cx="731520" cy="731520"/>
          </a:xfrm>
          <a:prstGeom prst="ellipse">
            <a:avLst/>
          </a:prstGeom>
          <a:solidFill>
            <a:srgbClr val="374151"/>
          </a:solidFill>
          <a:ln/>
        </p:spPr>
      </p:sp>
      <p:sp>
        <p:nvSpPr>
          <p:cNvPr id="6" name="Text 4"/>
          <p:cNvSpPr/>
          <p:nvPr/>
        </p:nvSpPr>
        <p:spPr>
          <a:xfrm>
            <a:off x="2011680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用「为它定制的」数据测试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找不到真正的问题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0" y="20116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&gt;&gt;&gt;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B91C1C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0" y="1280160"/>
            <a:ext cx="731520" cy="7315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937760" y="21031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真正的验收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25603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用「从来没见过」的真实数据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核心观点：用「从来没见过」的真实数据，才能发现「真正的问题」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三类测试用例缺一不可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645920" cy="4572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测试类型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03120" y="914400"/>
            <a:ext cx="3200400" cy="4572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7" name="Text 5"/>
          <p:cNvSpPr/>
          <p:nvPr/>
        </p:nvSpPr>
        <p:spPr>
          <a:xfrm>
            <a:off x="2103120" y="914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什么是这类测试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0" y="914400"/>
            <a:ext cx="3383280" cy="4572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0" y="914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为什么不能跳过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1645920" cy="8229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1" name="Shape 9"/>
          <p:cNvSpPr/>
          <p:nvPr/>
        </p:nvSpPr>
        <p:spPr>
          <a:xfrm>
            <a:off x="2103120" y="1371600"/>
            <a:ext cx="3200400" cy="8229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0" y="1371600"/>
            <a:ext cx="3383280" cy="8229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55448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1371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标准情形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286000" y="137160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最典型的、规则完全覆盖的输入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0" y="13716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确认基础功能正常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194560"/>
            <a:ext cx="164592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2103120" y="2194560"/>
            <a:ext cx="32004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303520" y="2194560"/>
            <a:ext cx="338328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237744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43000" y="2194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边界情况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286000" y="21945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刚好在规则阈值附近的输入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0" y="21945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最容易出现AI自由发挥的地方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3017520"/>
            <a:ext cx="1645920" cy="8229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7" name="Shape 25"/>
          <p:cNvSpPr/>
          <p:nvPr/>
        </p:nvSpPr>
        <p:spPr>
          <a:xfrm>
            <a:off x="2103120" y="3017520"/>
            <a:ext cx="3200400" cy="8229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8" name="Shape 26"/>
          <p:cNvSpPr/>
          <p:nvPr/>
        </p:nvSpPr>
        <p:spPr>
          <a:xfrm>
            <a:off x="5303520" y="3017520"/>
            <a:ext cx="3383280" cy="8229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9" name="Shape 27"/>
          <p:cNvSpPr/>
          <p:nvPr/>
        </p:nvSpPr>
        <p:spPr>
          <a:xfrm>
            <a:off x="594360" y="320040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43000" y="3017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意外情况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286000" y="301752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规则完全没提到的情形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0" y="30175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检验兜底规则是否真的兜得住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103120" y="914400"/>
            <a:ext cx="18288" cy="3840480"/>
          </a:xfrm>
          <a:prstGeom prst="rect">
            <a:avLst/>
          </a:prstGeom>
          <a:solidFill>
            <a:srgbClr val="374151">
              <a:alpha val="3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303520" y="914400"/>
            <a:ext cx="18288" cy="3840480"/>
          </a:xfrm>
          <a:prstGeom prst="rect">
            <a:avLst/>
          </a:prstGeom>
          <a:solidFill>
            <a:srgbClr val="374151">
              <a:alpha val="3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7" name="Text 3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真实验收的三个基本要求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2588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14300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用「从来没见过」的真实数据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55448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不是为它定制的数据，而是真实场景中从未处理过的案例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56032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237744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三类测试用例缺一不可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278892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标准情形 + 边界情况 + 意外情况，缺一不可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79476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361188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结果要对标具体标准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402336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不用「感觉」判断，而是与预设的标准进行对比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五类问题的诊断与解法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645920" cy="41148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问题类型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03120" y="914400"/>
            <a:ext cx="3474720" cy="41148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7" name="Text 5"/>
          <p:cNvSpPr/>
          <p:nvPr/>
        </p:nvSpPr>
        <p:spPr>
          <a:xfrm>
            <a:off x="2103120" y="9144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症状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577840" y="914400"/>
            <a:ext cx="3108960" cy="41148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9" name="Text 7"/>
          <p:cNvSpPr/>
          <p:nvPr/>
        </p:nvSpPr>
        <p:spPr>
          <a:xfrm>
            <a:off x="5577840" y="9144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325880"/>
            <a:ext cx="8229600" cy="6858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325880"/>
            <a:ext cx="73152" cy="685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3258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格式问题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94560" y="132588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字段名称不固定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0" y="13258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加硬性约束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011680"/>
            <a:ext cx="82296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011680"/>
            <a:ext cx="73152" cy="685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0116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规则遗漏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94560" y="201168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某类情形没有触发正确规则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0" y="20116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改触发条件为可检测信号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697480"/>
            <a:ext cx="8229600" cy="6858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2697480"/>
            <a:ext cx="73152" cy="685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26974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意外未覆盖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194560" y="269748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编了答案而不是审核标记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0" y="26974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重写兜底规则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383280"/>
            <a:ext cx="82296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383280"/>
            <a:ext cx="73152" cy="685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3832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稳定性问题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194560" y="338328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同样输入给两次结果不一样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0" y="33832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识别摇摆点，写得更精确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4069080"/>
            <a:ext cx="8229600" cy="6858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4069080"/>
            <a:ext cx="73152" cy="685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40690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知识库缺口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194560" y="406908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内容感觉是AI胡说的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69280" y="40690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补充对应知识库内容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EF44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28600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格式问题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3F4F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05840"/>
            <a:ext cx="2651760" cy="9144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34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症状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输出的字段名称不固定、顺序每次不同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3F4F6"/>
          </a:solidFill>
          <a:ln/>
        </p:spPr>
      </p:sp>
      <p:sp>
        <p:nvSpPr>
          <p:cNvPr id="11" name="Shape 9"/>
          <p:cNvSpPr/>
          <p:nvPr/>
        </p:nvSpPr>
        <p:spPr>
          <a:xfrm>
            <a:off x="3246120" y="1005840"/>
            <a:ext cx="2651760" cy="9144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1234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根本原因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29000" y="18288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格式模板写法不够硬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100584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3F4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035040" y="1005840"/>
            <a:ext cx="2651760" cy="91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1234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解法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17920" y="18288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加硬性约束：每个字段都要输出，不得合并、删减或重命名字段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EF44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02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28600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规则遗漏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3F4F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05840"/>
            <a:ext cx="2651760" cy="9144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34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症状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某类情形应该按规则X处理，但AI没有触发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3F4F6"/>
          </a:solidFill>
          <a:ln/>
        </p:spPr>
      </p:sp>
      <p:sp>
        <p:nvSpPr>
          <p:cNvPr id="11" name="Shape 9"/>
          <p:cNvSpPr/>
          <p:nvPr/>
        </p:nvSpPr>
        <p:spPr>
          <a:xfrm>
            <a:off x="3246120" y="1005840"/>
            <a:ext cx="2651760" cy="9144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1234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根本原因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29000" y="18288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触发条件太模糊，或被另一条规则「吸收」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100584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3F4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035040" y="1005840"/>
            <a:ext cx="2651760" cy="91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1234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解法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17920" y="18288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改成AI能从文字里直接检测到的具体信号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EF44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03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28600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意外情况未覆盖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3F4F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05840"/>
            <a:ext cx="2651760" cy="9144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34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症状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遇到规则没提到的情形，AI编了答案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3F4F6"/>
          </a:solidFill>
          <a:ln/>
        </p:spPr>
      </p:sp>
      <p:sp>
        <p:nvSpPr>
          <p:cNvPr id="11" name="Shape 9"/>
          <p:cNvSpPr/>
          <p:nvPr/>
        </p:nvSpPr>
        <p:spPr>
          <a:xfrm>
            <a:off x="3246120" y="1005840"/>
            <a:ext cx="2651760" cy="9144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1234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根本原因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29000" y="18288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兜底规则不够明确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100584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3F4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035040" y="1005840"/>
            <a:ext cx="2651760" cy="91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1234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解法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17920" y="18288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重写为「必须强制输出⚠️需要人工审核」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EF44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04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28600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稳定性问题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3F4F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05840"/>
            <a:ext cx="2651760" cy="9144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34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症状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同样的输入，给两次，输出不一样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3F4F6"/>
          </a:solidFill>
          <a:ln/>
        </p:spPr>
      </p:sp>
      <p:sp>
        <p:nvSpPr>
          <p:cNvPr id="11" name="Shape 9"/>
          <p:cNvSpPr/>
          <p:nvPr/>
        </p:nvSpPr>
        <p:spPr>
          <a:xfrm>
            <a:off x="3246120" y="1005840"/>
            <a:ext cx="2651760" cy="9144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1234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根本原因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29000" y="18288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规则对边界情形的覆盖不够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100584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3F4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035040" y="1005840"/>
            <a:ext cx="2651760" cy="91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1234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解法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17920" y="18288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识别稳定性差的触发点，写得更精确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EF44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05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28600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知识库缺口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3F4F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05840"/>
            <a:ext cx="2651760" cy="9144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34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症状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格式正确、规则正确，但建议内容「感觉是AI胡说的」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3F4F6"/>
          </a:solidFill>
          <a:ln/>
        </p:spPr>
      </p:sp>
      <p:sp>
        <p:nvSpPr>
          <p:cNvPr id="11" name="Shape 9"/>
          <p:cNvSpPr/>
          <p:nvPr/>
        </p:nvSpPr>
        <p:spPr>
          <a:xfrm>
            <a:off x="3246120" y="1005840"/>
            <a:ext cx="2651760" cy="9144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1234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根本原因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29000" y="18288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知识库里缺少支撑这个判断的具体内容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100584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3F4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035040" y="1005840"/>
            <a:ext cx="2651760" cy="91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1234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解法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17920" y="18288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识别AI凭空发挥的信息点，补充对应知识库内容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Skill成熟度的三个阶段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2651760" cy="109728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1143000"/>
            <a:ext cx="822960" cy="822960"/>
          </a:xfrm>
          <a:prstGeom prst="ellipse">
            <a:avLst/>
          </a:prstGeom>
          <a:solidFill>
            <a:srgbClr val="374151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143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标准情形稳定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边界仍需复核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926080"/>
            <a:ext cx="2103120" cy="18288"/>
          </a:xfrm>
          <a:prstGeom prst="rect">
            <a:avLst/>
          </a:prstGeom>
          <a:solidFill>
            <a:srgbClr val="374151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使用方式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246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人工逐条检查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611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积累更多案例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46120" y="91440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F3F4F6"/>
          </a:solidFill>
          <a:ln/>
        </p:spPr>
      </p:sp>
      <p:sp>
        <p:nvSpPr>
          <p:cNvPr id="16" name="Shape 14"/>
          <p:cNvSpPr/>
          <p:nvPr/>
        </p:nvSpPr>
        <p:spPr>
          <a:xfrm>
            <a:off x="3246120" y="914400"/>
            <a:ext cx="2651760" cy="10972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7" name="Shape 15"/>
          <p:cNvSpPr/>
          <p:nvPr/>
        </p:nvSpPr>
        <p:spPr>
          <a:xfrm>
            <a:off x="4160520" y="1143000"/>
            <a:ext cx="822960" cy="82296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8" name="Text 16"/>
          <p:cNvSpPr/>
          <p:nvPr/>
        </p:nvSpPr>
        <p:spPr>
          <a:xfrm>
            <a:off x="4160520" y="1143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好用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2900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三类测试基本稳定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29000" y="2468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人工抽查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520440" y="2926080"/>
            <a:ext cx="2103120" cy="18288"/>
          </a:xfrm>
          <a:prstGeom prst="rect">
            <a:avLst/>
          </a:prstGeom>
          <a:solidFill>
            <a:srgbClr val="374151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使用方式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29000" y="3246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结果可直接使用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29000" y="3611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2900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扩大使用范围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35040" y="91440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F3F4F6"/>
          </a:solidFill>
          <a:ln/>
        </p:spPr>
      </p:sp>
      <p:sp>
        <p:nvSpPr>
          <p:cNvPr id="27" name="Shape 25"/>
          <p:cNvSpPr/>
          <p:nvPr/>
        </p:nvSpPr>
        <p:spPr>
          <a:xfrm>
            <a:off x="6035040" y="914400"/>
            <a:ext cx="2651760" cy="1097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Shape 26"/>
          <p:cNvSpPr/>
          <p:nvPr/>
        </p:nvSpPr>
        <p:spPr>
          <a:xfrm>
            <a:off x="6949440" y="1143000"/>
            <a:ext cx="822960" cy="8229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9" name="Text 27"/>
          <p:cNvSpPr/>
          <p:nvPr/>
        </p:nvSpPr>
        <p:spPr>
          <a:xfrm>
            <a:off x="6949440" y="1143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离不开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1792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团队默认工具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2468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发现它不在就觉得效率下降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09360" y="2926080"/>
            <a:ext cx="2103120" cy="18288"/>
          </a:xfrm>
          <a:prstGeom prst="rect">
            <a:avLst/>
          </a:prstGeom>
          <a:solidFill>
            <a:srgbClr val="374151">
              <a:alpha val="5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21792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使用方式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17920" y="3246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推广到更多场景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17920" y="3611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1792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建立版本管理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8" name="Text 3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EF44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练习七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28600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正式验收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365760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32588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1188720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用昨晚准备的6条测试数据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214884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2011680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对每个Skill各做3条以上的正式验收测试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297180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2834640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每条测试都要填完整的验收记录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31520" y="379476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3657600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给自己30分钟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943600" y="393192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B91C1C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0" y="3931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30分钟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B9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第七部分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定时任务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457200" y="3108960"/>
            <a:ext cx="18288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让数字员工主动工作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从「叫醒才工作」到「按时主动执行」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2011680"/>
          </a:xfrm>
          <a:prstGeom prst="roundRect">
            <a:avLst>
              <a:gd name="adj" fmla="val 4545"/>
            </a:avLst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2011680" y="1188720"/>
            <a:ext cx="640080" cy="640080"/>
          </a:xfrm>
          <a:prstGeom prst="ellipse">
            <a:avLst/>
          </a:prstGeom>
          <a:solidFill>
            <a:srgbClr val="374151"/>
          </a:solidFill>
          <a:ln/>
        </p:spPr>
      </p:sp>
      <p:sp>
        <p:nvSpPr>
          <p:cNvPr id="6" name="Text 4"/>
          <p:cNvSpPr/>
          <p:nvPr/>
        </p:nvSpPr>
        <p:spPr>
          <a:xfrm>
            <a:off x="201168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被动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你输入，它处理，你不来，它不动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0" y="17373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&gt;&gt;&gt;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931920" cy="2011680"/>
          </a:xfrm>
          <a:prstGeom prst="roundRect">
            <a:avLst>
              <a:gd name="adj" fmla="val 4545"/>
            </a:avLst>
          </a:prstGeom>
          <a:solidFill>
            <a:srgbClr val="B91C1C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0" y="1188720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937760" y="1920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937760" y="23774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每天的数据日报、每周的跟进提醒、每月的汇总报告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474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定时任务的价值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把「我需要主动去要结果」变成「结果按时主动出现」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什么任务适合设置定时执行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188720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25880" y="1234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周期固定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能说出「每天/周/月的某个时间点做」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3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4846320" y="1188720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532120" y="1234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触发条件明确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46320" y="18745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时间到了就该跑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3F4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3017520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25880" y="3063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输入数据可自动获取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" y="37033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数据在系统、表格或固定位置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83464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3F4F6"/>
          </a:solidFill>
          <a:ln/>
        </p:spPr>
      </p:sp>
      <p:sp>
        <p:nvSpPr>
          <p:cNvPr id="20" name="Shape 18"/>
          <p:cNvSpPr/>
          <p:nvPr/>
        </p:nvSpPr>
        <p:spPr>
          <a:xfrm>
            <a:off x="4846320" y="3017520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532120" y="3063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输出接收方固定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46320" y="37033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不需要每次决定发给谁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各岗位典型的定时任务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645920" cy="41148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岗位类型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03120" y="914400"/>
            <a:ext cx="3657600" cy="41148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7" name="Text 5"/>
          <p:cNvSpPr/>
          <p:nvPr/>
        </p:nvSpPr>
        <p:spPr>
          <a:xfrm>
            <a:off x="2103120" y="9144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定时任务示例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60720" y="914400"/>
            <a:ext cx="2011680" cy="41148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0" y="914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触发频率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325880"/>
            <a:ext cx="8229600" cy="5943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325880"/>
            <a:ext cx="73152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3258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销售/BD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94560" y="132588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跟进超期提醒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463040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1463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每天早上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192024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1920240"/>
            <a:ext cx="73152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192024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94560" y="192024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前一天投诉汇总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35040" y="2057400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0" y="2057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每天早上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514600"/>
            <a:ext cx="8229600" cy="5943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2514600"/>
            <a:ext cx="73152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251460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194560" y="25146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核心指标日报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35040" y="2651760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2651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每天上午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10896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3108960"/>
            <a:ext cx="73152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310896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194560" y="31089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应收账款超期提醒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035040" y="3246120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EF4444"/>
          </a:solidFill>
          <a:ln/>
        </p:spPr>
      </p:sp>
      <p:sp>
        <p:nvSpPr>
          <p:cNvPr id="33" name="Text 31"/>
          <p:cNvSpPr/>
          <p:nvPr/>
        </p:nvSpPr>
        <p:spPr>
          <a:xfrm>
            <a:off x="6035040" y="32461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每周一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3703320"/>
            <a:ext cx="8229600" cy="5943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" y="3703320"/>
            <a:ext cx="73152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6" name="Text 34"/>
          <p:cNvSpPr/>
          <p:nvPr/>
        </p:nvSpPr>
        <p:spPr>
          <a:xfrm>
            <a:off x="594360" y="37033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194560" y="37033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未响应反馈汇总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035040" y="3840480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EF4444"/>
          </a:solidFill>
          <a:ln/>
        </p:spPr>
      </p:sp>
      <p:sp>
        <p:nvSpPr>
          <p:cNvPr id="39" name="Text 37"/>
          <p:cNvSpPr/>
          <p:nvPr/>
        </p:nvSpPr>
        <p:spPr>
          <a:xfrm>
            <a:off x="6035040" y="3840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457200" y="4297680"/>
            <a:ext cx="73152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2" name="Text 40"/>
          <p:cNvSpPr/>
          <p:nvPr/>
        </p:nvSpPr>
        <p:spPr>
          <a:xfrm>
            <a:off x="594360" y="42976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194560" y="429768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合同到期预警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035040" y="4434840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EF4444"/>
          </a:solidFill>
          <a:ln/>
        </p:spPr>
      </p:sp>
      <p:sp>
        <p:nvSpPr>
          <p:cNvPr id="45" name="Text 43"/>
          <p:cNvSpPr/>
          <p:nvPr/>
        </p:nvSpPr>
        <p:spPr>
          <a:xfrm>
            <a:off x="6035040" y="4434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7" name="Text 4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设计定时任务的五个要素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2870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287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9875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触发时间设定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261872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精确到具体时间，确认时区和上游数据就绪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09928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3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824228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8242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输入数据来源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05740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数据从哪里来，万一没准备好怎么处理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505456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3F4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2619756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6197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25786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输出接收方式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285292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发给谁，什么格式，什么渠道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300984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3F4F6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415284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4152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337413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异常处理机制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3648456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失败了怎么办，谁知道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96512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3F4F6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4210812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2108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80160" y="416966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人工介入节点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80160" y="4443984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哪部分需要人工复核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定时任务四大常见坑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011680" cy="41148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常见坑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68880" y="914400"/>
            <a:ext cx="2560320" cy="41148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7" name="Text 5"/>
          <p:cNvSpPr/>
          <p:nvPr/>
        </p:nvSpPr>
        <p:spPr>
          <a:xfrm>
            <a:off x="2468880" y="9144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症状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0" y="914400"/>
            <a:ext cx="2743200" cy="41148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914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避坑方法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325880"/>
            <a:ext cx="8229600" cy="7772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325880"/>
            <a:ext cx="73152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3258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时区偏差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13258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跑错时间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0" y="13258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明确使用时区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103120"/>
            <a:ext cx="82296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103120"/>
            <a:ext cx="73152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1031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数据延迟缓冲不够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60320" y="21031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取到不完整数据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0" y="21031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预留缓冲时间+30分钟到2小时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880360"/>
            <a:ext cx="8229600" cy="7772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2880360"/>
            <a:ext cx="73152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28803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输出堆积成信息噪音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60320" y="28803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报告太多但很少打开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20640" y="28803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精简只包含需要行动的信息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657600"/>
            <a:ext cx="82296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657600"/>
            <a:ext cx="73152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6576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失败静默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560320" y="36576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跑失败了没人知道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20640" y="36576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设置失败通知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EF44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练习八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286000" y="2743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设计你的第一个定时任务方案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3474720"/>
          </a:xfrm>
          <a:prstGeom prst="roundRect">
            <a:avLst>
              <a:gd name="adj" fmla="val 3158"/>
            </a:avLst>
          </a:prstGeom>
          <a:solidFill>
            <a:srgbClr val="F3F4F6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28016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118872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从两个Skill中选一个最适合定时化的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192024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完成定时任务五要素设计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2651760"/>
            <a:ext cx="7680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五要素清单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200400"/>
            <a:ext cx="274320" cy="2743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200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34440" y="31546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触发时间设定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377440" y="3200400"/>
            <a:ext cx="274320" cy="2743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2377440" y="3200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97480" y="31546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输入数据来源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40480" y="3200400"/>
            <a:ext cx="274320" cy="2743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0" y="3200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60520" y="31546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输出接收方式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303520" y="3200400"/>
            <a:ext cx="274320" cy="2743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0" y="3200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23560" y="31546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异常处理机制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66560" y="3200400"/>
            <a:ext cx="274320" cy="2743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0" y="3200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086600" y="31546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人工介入节点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43600" y="393192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0" y="3931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20分钟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2026-05-19T04:52:56Z</dcterms:created>
  <dcterms:modified xsi:type="dcterms:W3CDTF">2026-05-19T04:52:56Z</dcterms:modified>
</cp:coreProperties>
</file>