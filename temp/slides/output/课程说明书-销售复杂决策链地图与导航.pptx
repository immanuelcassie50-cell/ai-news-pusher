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销售复杂决策链地图与导航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课程说明书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3474720"/>
            <a:ext cx="2743200" cy="2743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罗宏伟 版权所有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2C528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复杂决策链里没有"决策人"，只有在不同阶段轮流掌握否决权的人。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73152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课程类型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8346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B2B销售方法论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73152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5204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项目型销售、复杂B2B销售从业者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73152" cy="4572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课程版权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2062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罗宏伟 版权所有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目标学员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学员画像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37160" cy="1371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项目型销售从业者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37160" cy="1371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复杂B2B销售从业者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137160" cy="1371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需要管理销售决策链的销售管理者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137160" cy="1371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希望提升大客户把握度的销售精英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学员收获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54880" y="169164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理解复杂决策链的核心运作机制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识别客户组织中真正握有否决权的角色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697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绘制完整的决策链地图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掌握差异化沟通策略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703320"/>
            <a:ext cx="73152" cy="32004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建立结构化复盘工具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建议学员具备至少1年以上B2B销售经验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课程特色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46304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原创决策链四层框架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谁买单 · 谁拍板 · 谁把关 · 谁使绊子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颠覆传统的"找关键人"思维，建立动态分阶段的决策链认知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46304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反直觉洞察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关系好 ≠ 进展顺利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识别那些沉默的、不主动露面的真正权力拥有者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46304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系统化工具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地图绘制 + 话术手册 + 复盘模板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2004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可复制、可落地、可持续迭代的方法论工具包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教学大纲 · PART 1 认知层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16152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161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1430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复杂决策链里没有决策人，只有轮流掌握否决权的人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37944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37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7647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你交的朋友，是否决权已经过期的那批人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13432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459736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597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3865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23865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你手里的联系人名单，是一张假地图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35224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81528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81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083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00837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决策链地图的四层：谁买单、谁拍板、谁把关、谁使绊子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57016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6301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36301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找到那个不承认自己有权力的人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325112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3251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42519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425196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预算审批不是一道关卡，是一条河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663440"/>
            <a:ext cx="841248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未完待续 &gt;&gt;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教学大纲 · PART 2 心态层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&lt;&lt; PART 1 认知层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3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00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复盘不是写你为什么赢了，是写你把地图停在了哪一天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95144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951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2219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2221992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丢单不是因为不够努力，是因为地图没有更新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16936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169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8437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843784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那个帮你说话的人，值得比这一单活得更久的关系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38728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5387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46557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465576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你把否决人判断错了，团队会怎么看你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14216"/>
            <a:ext cx="8229600" cy="0"/>
          </a:xfrm>
          <a:prstGeom prst="line">
            <a:avLst/>
          </a:prstGeom>
          <a:noFill/>
          <a:ln w="6350">
            <a:solidFill>
              <a:srgbClr val="BEE3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873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11680" y="4087368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这份工作练的是看清权力，不是讨好人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从"认知升级"到"心态沉淀"，完成从方法到内功的完整修炼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课时安排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D89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2天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200400" y="11887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12小时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77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88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认知层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复杂决策链的本质与运作机制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788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7小时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心态层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复盘方法、长期关系、权力认知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4小时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794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决策链地图绘制与案例研讨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89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1小时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"复杂决策链里没有决策人"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只有在不同阶段轮流掌握否决权的人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销售复杂决策链地图与导航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罗宏伟 版权所有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D893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销售复杂决策链地图与导航 - 课程说明书</dc:title>
  <dc:subject>课程说明书</dc:subject>
  <dc:creator>罗宏伟</dc:creator>
  <cp:lastModifiedBy>罗宏伟</cp:lastModifiedBy>
  <cp:revision>1</cp:revision>
  <dcterms:created xsi:type="dcterms:W3CDTF">2026-07-15T16:46:22Z</dcterms:created>
  <dcterms:modified xsi:type="dcterms:W3CDTF">2026-07-15T16:46:22Z</dcterms:modified>
</cp:coreProperties>
</file>