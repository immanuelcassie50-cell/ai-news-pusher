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降本增效基层实战营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AI助推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在安全边界内把效率拉高一倍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你会带走什么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一个清醒的认知：AI能加速哪些工作，不能替代哪些判断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知道4类最适合AI介入的工作场景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09728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4个可以直接复制使用的提示词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09728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记住企业环境里使用AI的3条安全底线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先说一个真实的反面案例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AI让「写代码」快了3倍，但Review来不及了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某互联网公司引入AI代码生成工具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宣传效果惊人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工程师的代码产出量提升了3倍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三个月后……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问题浮现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代码量是原来的3倍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但Review的人没有变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每个功能还是需要2小时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137160" cy="1371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积压越来越多，从来没有被消化过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AI真正擅长的四类工作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不是所有工作都适合让AI参与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第一类：整理与结构化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把散乱的信息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变成有结构的输出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适合这类的工作：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把会议记录整理成「问题+决议+待办」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把团队口述的流程问题分类成浪费清单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把多份报告里的关键数据提取到一张表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 → 10分钟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2011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手工做需要30分钟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AI生成初稿+人工核实约10分钟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省了20分钟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第二类：生成初稿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给你一个「可以修改的起点」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而不是从空白页开始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适合这类的工作：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给你的改善方案生成动作选项清单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根据瓶颈生成给领导的汇报说明初版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生成标准化流程的草稿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 → 15分钟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0" y="2011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从空白开始写需要45分钟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从AI初稿修改需要15分钟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省了30分钟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第三类：对比与分析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把两个方案、两种做法、两份数据放在一起，帮你看出差异和利弊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适合这类的工作：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给你两种复核流程方案，列出各自的优缺点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分析你的浪费清单，指出影响最大的几类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对比改善前后的数据，给出复盘报告的分析框架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第四类：改写与优化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把你已有的内容，改写成更清晰、更专业、更适合特定读者的版本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适合这类的工作：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把你写的方案说明改写成适合发给领导看的版本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把口语化的流程描述改成规范的操作说明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把你整理好的数据改写成有说服力的汇报段落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AI做不到哪些事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说清楚这些，是为了帮你避开最常见的用错场景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AI做不到的五件事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AI做不了判断 — 可以给你3个选项，但哪个适合你的部门、你的团队——这个判断只有你能做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AI的输出必须审核，没有例外 — AI会出错，会产生「看起来很合理但其实不对」的内容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560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AI不了解你的组织 — 你们公司的文化、你老板的风格、你们部门的历史背景——这些都要你主动告诉AI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AI生成的是起点，不是终点 — 需要你根据实际情况大量调整，不能直接复制粘贴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AI不能承担责任 — 用AI做辅助没问题，但你是负责人这件事永远不会改变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37160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三条企业环境里的安全底线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不踩红线，是使用AI的基本要求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关键动作（最多3个）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每个动作要具体到：谁来做、做什么、什么时候做、第一步是什么。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DC2626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不合格例子：优化一下复核流程。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合格例子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动作1：制定资料标准清单，由王姐负责起草，周三前完成初版，我联系风控主管周四确认。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为什么最多3个？动作越多，执行越分散，启动率越低。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验证与责任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这一格决定了方案会不会真正被执行。需要明确：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189280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一个人的名字，不是大家或团队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243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262432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具体日期，不是尽快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55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335584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数字，不是感受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7764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873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复盘时间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77440" y="408736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什么时候看效果，看什么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保下限 + 拉长板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保下限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改善过程中，不能引入新的质量风险。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典型错误：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为了加快复核速度，直接砍掉某个核验环节。结果发现那个环节之前帮你挡住了5%的错误案件，去掉之后错误率飙升，投诉更多了。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这不叫改善，叫「用一个问题换了另一个问题」。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每个改善动作设计完之后，问自己一个问题：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「这个动作，有没有可能降低我们现有的质量标准？」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拉长板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改善不只是把问题修回正常，而是让关键节点的产出真正跃升。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复核从3天压到1天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主管每周多出来的5小时，用于主动风险排查，从被动处理变成主动预防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26080"/>
            <a:ext cx="73152" cy="1188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理赔效率提升后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客户体验改善，带动口碑传播，为续保率创造正向循环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保下限让你不退步，拉长板让你真进步。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小李的复核改善方案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小李的复核改善方案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基于瓶颈卡（复核等待3天，年损失约47万元）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3657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格1：现状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提交复核的资料没有标准格式，风控每次需重新梳理，每件多花约0.5小时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主管和风控无固定复核时间，案件提交后不知何时被审，理赔员每天追询进度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5000元以下小额案件占月处理量35%，却与大额案件走完全相同的流程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小李的复核改善方案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3931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格2：目标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8001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0020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3周内，将复核平均等待时间从3天缩短到1天以内。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验证指标：每周周五，由小王从系统导出数据，统计「提交复核」到「签字完成」的实际时长，目标：80%以上的案件复核等待不超过1个工作日。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8001000" cy="91440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基准数据已备：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当前平均复核等待2.9天，最长5天，最短1.5天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114800"/>
            <a:ext cx="80010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5196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次指标：月投诉率（基准25%，目标3周后初步观察趋势）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小李的复核改善方案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73152" cy="4023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格3：关键动作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8001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80010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1732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动作1：制定理赔资料标准清单（第1周）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7635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由小李和风控主管共同制定，明确7类常见理赔所需资料的格式与顺序，做成单页A4检查清单，理赔员提交复核前必须自查后附上清单。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目的：风控拿到资料即可审核，不再重新梳理。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566160"/>
            <a:ext cx="8001000" cy="73152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第一步：今晚发消息给王姐，约明天上午9点一起梳理清单框架，预计1小时。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小李的复核改善方案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73152" cy="4023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22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格3：关键动作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80010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80010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41732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动作2：建立每日复核时间窗口（第1周内完成协商）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与风控主管张经理确认：每天下午14:00-15:00为理赔复核专属时间，风控优先处理当天积压的案件。每天上午11:30前，理赔员将当日待复核案件清单发至「复核工作群」，供风控提前查看。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566160"/>
            <a:ext cx="8001000" cy="731520"/>
          </a:xfrm>
          <a:prstGeom prst="rect">
            <a:avLst/>
          </a:prstGeom>
          <a:solidFill>
            <a:srgbClr val="DC2626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03320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第一步：本周三约张经理15分钟，重点说明对双方都有益的地方（风控也不用随时被打断）。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这是反复出现的系统性问题，而不是偶发意外？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偶发问题值得记录，但不值得作为改善的主要目标——你的资源，应该花在那些每次都在发生的事情上。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继续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先记录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改善它需要的资源和权限，在你和你的团队能推动的范围内吗？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这道题不是否定外部约束的存在，而是帮你判断这个问题的「第一步」是不是你现在就能做。需要向上提案的，也算「是」——只要你有能力发起。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→ 继续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1945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→ 单独标注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411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它的影响不只是你自己，还波及到上下游或客户吗？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个人效率的问题是自己的事，流程瓶颈的影响是系统的事。后者才是值得组织级改善的目标。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19456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五问全过 → 找到了值得改善的关键瓶颈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小李的保险理赔部</a:t>
            </a:r>
            <a:endParaRPr lang="en-US" sz="3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场景：小李团队，8人，月处理200件理赔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平均处理周期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浪费清单里有五条：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浪费清单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914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等客户回传补件资料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约20小时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0972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资料在两个系统重复录入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约10小时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10972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信息断点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理赔员和风控反复确认标准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约8小时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09728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等待（复核）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复核等主管+风控签字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约30小时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09728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45920" y="4206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补件后发现还缺材料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约12小时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诊断「复核等待3天」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问题一：卡住时后续会停吗？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会。没有签字，放款无法进行，整件案子挂在那里动不了。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问题二：优化它整体会明显提升吗？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会。7天里复核占3天，如果压到1天，总周期从7天降到5天，提速超过28%。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17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问题三：是反复出现的系统性问题吗？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是。月200件，每件必经复核，连续6个月没有自然改善。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诊断复核等待：问题四、五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问题四：在你的权限范围内吗？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基本是。资料格式标准化和复核时间窗口，小李有权推动；权限下放需要向上申请，但发起提案她可以做。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问题五：影响范围超过你团队吗？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是。客户体验、投诉率直接受影响，核赔部的后续工作也在等这一关。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47472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474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结论：复核等待是关键瓶颈，五问全过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诊断「资料重复录入」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问题一：录入慢或者出错时，后续流程会停吗？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不会。录入发生在等待期间，是并行操作，不是主流程的必经卡点。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第一问不过。这是效率问题，不是瓶颈。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诊断「补件反复」（等客户回传补件）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问题一：补件卡住时后续会停吗？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是，资料不齐初审无法推进。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问题二：优化它整体会明显提升吗？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有提升，但幅度不如复核——补件平均1.5天，而且根源有一部分在客户侧，小李能控制的空间有限。偏弱。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这是次要瓶颈，值得改，但优先级低于复核。先攻复核，补件作为第二轮目标。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为什么不选补件，而选复核？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补件问题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根源有一部分在客户侧，改善需要协调产品和客服，周期长、难度高。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根源完全在内部——资料整理方式、时间窗口、权限分配，小李今天就可以开始推。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某银行研发团队</a:t>
            </a:r>
            <a:endParaRPr lang="en-US" sz="3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场景：银行数字化部门，12人，平均交付周期45天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00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业务需求提出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9040" y="822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822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业务侧准备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2004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需求确认与对齐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4173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反复沟通3轮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200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116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技术方案设计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0116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200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06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开发编码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606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2004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测试与修复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32004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返工35%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3200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94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上线部署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37947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UAT验收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49040" y="43891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4389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合计45天，其中需求确认12天+测试返工8天=20天，占总周期44%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关键节点价值放大模型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463040" cy="640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去浪费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57400" y="1325880"/>
            <a:ext cx="137160" cy="0"/>
          </a:xfrm>
          <a:prstGeom prst="line">
            <a:avLst/>
          </a:prstGeom>
          <a:noFill/>
          <a:ln w="25400">
            <a:solidFill>
              <a:srgbClr val="2B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1005840"/>
            <a:ext cx="1463040" cy="640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显价值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49040" y="1325880"/>
            <a:ext cx="137160" cy="0"/>
          </a:xfrm>
          <a:prstGeom prst="line">
            <a:avLst/>
          </a:prstGeom>
          <a:noFill/>
          <a:ln w="25400">
            <a:solidFill>
              <a:srgbClr val="2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005840"/>
            <a:ext cx="14630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找瓶颈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40680" y="1325880"/>
            <a:ext cx="137160" cy="0"/>
          </a:xfrm>
          <a:prstGeom prst="line">
            <a:avLst/>
          </a:prstGeom>
          <a:noFill/>
          <a:ln w="25400">
            <a:solidFill>
              <a:srgbClr val="2B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1005840"/>
            <a:ext cx="14630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微改善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1325880"/>
            <a:ext cx="137160" cy="0"/>
          </a:xfrm>
          <a:prstGeom prst="line">
            <a:avLst/>
          </a:prstGeom>
          <a:noFill/>
          <a:ln w="25400">
            <a:solidFill>
              <a:srgbClr val="2B2D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1005840"/>
            <a:ext cx="1463040" cy="640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005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落地机制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8412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46888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三步带动法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2788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说价值 / 拆任务 / 约复盘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行动承诺表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3周计划，公开承诺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持续节奏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每月10分钟，让改善成为习惯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复盘记录模板（简版）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复盘日期：___________　　方案名称：___________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【数据对比】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主指标：改善前_____　现在_____　变化_____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次指标：改善前_____　现在_____　变化_____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【效果最好的动作】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_______的效果最明显，原因是：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【需要调整的动作】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_______效果不理想，分析：_________ 下一步调整：_________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【意外收获或新发现】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【下一轮改善目标】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你会带走什么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27432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理解为什么「自己会了」和「带着团队做」是两件性质完全不同的事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掌握在周会上用10分钟完成带动的三步话术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完成行动承诺表——离开后启动第一步的那张纸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拿到一个轻量的3周执行框架，知道回去之后每周该做什么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复盘记录模板（简版）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复盘日期：___________　　方案名称：___________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【数据对比】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主指标：改善前_____　现在_____　变化_____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次指标：改善前_____　现在_____　变化_____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【效果最好的动作】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_______的效果最明显，原因是：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【需要调整的动作】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_______效果不理想，分析：_________ 下一步调整：_________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【意外收获或新发现】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【下一轮改善目标】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认知自测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来判断一下</a:t>
            </a:r>
            <a:endParaRPr lang="en-US" sz="3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以下四个场景，哪些是真正的瓶颈？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客服每天要填写晨报，花30分钟，但从来没有人看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合同审批每次要7天，销售团队因此每月流失约15%的意向客户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上个月有一次数据库崩溃，耽误了整整一天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94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技术评审会每周开一次，每次2小时，所有开发任务都要等评审通过才能启动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不是瓶颈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晨报：它不在主流程上，去掉了系统产出不变。低价值活动，应该砍掉，但和瓶颈是两件事。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9144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是瓶颈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合同审批：停了销售流程停，改了转化率直接提升，每月反复发生，影响到了客户和公司营收。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14400" cy="8229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26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不是瓶颈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30632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数据库崩溃：一次性偶发事件，不是系统性问题，不符合第三问。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9144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319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是瓶颈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40690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技术评审会：每个开发任务都要等它，停了全停，反复出现，权限范围内可以优化，影响整个研发节奏。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4-A：用五问法筛查你的浪费清单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目的：从你的浪费清单里，找出真正的关键瓶颈。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拿出第二部分完成的浪费清单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把你觉得「可能是关键瓶颈」的2-3条，逐一过五问法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找出那个答案最多「是」的问题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五问筛查表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004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你的浪费描述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822960"/>
            <a:ext cx="822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822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①停了全停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822960"/>
            <a:ext cx="822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822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②改了全提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822960"/>
            <a:ext cx="822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822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③反复出现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822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822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④权限可推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822960"/>
            <a:ext cx="822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822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⑤影响超团队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822960"/>
            <a:ext cx="9144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822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371600"/>
            <a:ext cx="3200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371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1371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80560" y="1371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1371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137160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3716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0" y="1371600"/>
            <a:ext cx="914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1371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201168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201168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201168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01168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201168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2011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72400" y="2011680"/>
            <a:ext cx="914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2651760"/>
            <a:ext cx="3200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2651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265176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80560" y="265176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03520" y="265176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265176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49440" y="2651760"/>
            <a:ext cx="822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26517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☐是 ☐否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0" y="2651760"/>
            <a:ext cx="914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你的初步结论：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我认为最关键的瓶颈是：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为什么它是决定全局的那个节点（一句话）：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________________________________________________________________________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这一部分的核心产出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部门瓶颈卡（正式版）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整个课程最核心的产出，后面所有的改善行动都围绕它展开。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你现在手上有：部门瓶颈初印象 → 部门浪费清单 → 价值损失描述表 → 部门瓶颈卡·正式版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04_找瓶颈</dc:title>
  <dc:subject>PptxGenJS Presentation</dc:subject>
  <dc:creator>Claude Code</dc:creator>
  <cp:lastModifiedBy>Claude Code</cp:lastModifiedBy>
  <cp:revision>1</cp:revision>
  <dcterms:created xsi:type="dcterms:W3CDTF">2026-05-16T08:42:31Z</dcterms:created>
  <dcterms:modified xsi:type="dcterms:W3CDTF">2026-05-16T08:42:31Z</dcterms:modified>
</cp:coreProperties>
</file>