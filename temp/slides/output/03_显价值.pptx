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核心金句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286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95528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137160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544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一个能运行的80分方案，远比一个完美的纸上计划更有价值。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先动起来，数据会告诉你下一步怎么走。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95528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保下限让你不退步，拉长板让你真进步。好的方案，两件事同时想。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 · 第六部分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286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503920" cy="18288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在安全边界内，把特定环节的效率多拉高一截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不是「AI能做什么」，而是「你的方案里，哪些步骤可以让AI帮你加速」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503920" cy="91440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方案卡填完之后，先不急着提交。下一部分会帮你看一遍：3个动作里，有没有哪一个可以用AI辅助。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03_显价值</dc:title>
  <dc:subject>PptxGenJS Presentation</dc:subject>
  <dc:creator>降本增效基层实战营</dc:creator>
  <cp:lastModifiedBy>降本增效基层实战营</cp:lastModifiedBy>
  <cp:revision>1</cp:revision>
  <dcterms:created xsi:type="dcterms:W3CDTF">2026-05-16T08:30:42Z</dcterms:created>
  <dcterms:modified xsi:type="dcterms:W3CDTF">2026-05-16T08:30:42Z</dcterms:modified>
</cp:coreProperties>
</file>