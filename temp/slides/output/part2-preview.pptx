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重新认识数字员工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从工具思维到员工思维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开场：两个结果，一个差距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91440" cy="34747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工具思维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处理时间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20分钟手动整理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需要再问三轮才能拿到能用的东西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换个人来用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得重新交代一遍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97280"/>
            <a:ext cx="91440" cy="34747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234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结果B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6002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员工思维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29200" y="219456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处理时间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0分钟（每周自动）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直接分配给客服同事执行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换个人来用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按格式照做就行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工具思维 vs 员工思维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工具思维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我需要结果 -&gt; 找AI -&gt; 描述需求 -&gt; AI给结果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"我"始终是中间那个节点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AI输出质量取决于每次输入质量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换个场景就要重新解释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0058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员工思维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1600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我设计角色 -&gt; 定义规则 -&gt; 给知识 -&gt; AI按标准执行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219456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"我"是设计者，不是操作者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AI按角色定义和规则系统稳定输出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换个人也能接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60520" y="2194560"/>
            <a:ext cx="822960" cy="8229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4160520" y="21945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数字员工的完整定义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325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专属角色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874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它是谁，专门干什么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4937760" y="1325880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77840" y="1325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业务规则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77840" y="18745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它怎么做判断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200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3749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它凭什么判断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3200400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77840" y="3200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输出模板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77840" y="37490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它交付什么格式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四个组成部分的关系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输入材料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37360" y="1828800"/>
            <a:ext cx="109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47088" y="182880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1847088" y="182880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专属角色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27248" y="1828800"/>
            <a:ext cx="109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36976" y="182880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3236976" y="182880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业务规则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17136" y="1828800"/>
            <a:ext cx="109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26864" y="182880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4626864" y="182880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07024" y="1828800"/>
            <a:ext cx="109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16752" y="182880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016752" y="182880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输出模板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296912" y="1828800"/>
            <a:ext cx="109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06640" y="1828800"/>
            <a:ext cx="1280160" cy="82296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0" y="182880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标准化输出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2743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原始材料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47088" y="2743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确定由谁来做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36976" y="2743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决定怎么做判断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26864" y="2743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提供判断依据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16752" y="2743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确定输出格式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406640" y="2743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稳定可复用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3832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00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5204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核心逻辑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3886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角色确定权限，规则决定行为，知识提供依据，模板确保一致性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什么样的工作适合交给数字员工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91440" cy="3566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适合的特征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高频重复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每周5次以上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规则可描述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可以写成「如果...就...」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输出格式固定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每次交付结果结构相似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输入相对结构化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原始材料有固定格式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931920" cy="3566160"/>
          </a:xfrm>
          <a:prstGeom prst="roundRect">
            <a:avLst>
              <a:gd name="adj" fmla="val 2564"/>
            </a:avLst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005840"/>
            <a:ext cx="91440" cy="35661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1430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不适合的情形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每次情况都高度独特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判断依赖大量隐性背景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输出需要最终人工决策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涉及高敏感合规操作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适合数字员工的任务特征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25880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1325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高频重复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874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同类型任务每周出现5次以上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4937760" y="1325880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577840" y="1325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规则可描述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77840" y="18745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背后的判断逻辑可以写成条件-行动对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200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输出格式固定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37490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每次交付的结果结构相似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29718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3200400"/>
            <a:ext cx="502920" cy="5029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77840" y="3200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输入结构化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77840" y="37490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原始材料有固定格式或来源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练习一：认识你的岗位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填写岗位画像表（3-5个可能适合数字员工的任务场景）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743200" cy="457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任务场景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1554480"/>
            <a:ext cx="1371600" cy="457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每周频次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554480"/>
            <a:ext cx="1828800" cy="457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规则可描述性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554480"/>
            <a:ext cx="1828800" cy="457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输出格式固定性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2743200" cy="502920"/>
          </a:xfrm>
          <a:prstGeom prst="rect">
            <a:avLst/>
          </a:prstGeom>
          <a:solidFill>
            <a:srgbClr val="000000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2011680"/>
            <a:ext cx="1371600" cy="502920"/>
          </a:xfrm>
          <a:prstGeom prst="rect">
            <a:avLst/>
          </a:prstGeom>
          <a:solidFill>
            <a:srgbClr val="000000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2011680"/>
            <a:ext cx="1828800" cy="502920"/>
          </a:xfrm>
          <a:prstGeom prst="rect">
            <a:avLst/>
          </a:prstGeom>
          <a:solidFill>
            <a:srgbClr val="000000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2011680"/>
            <a:ext cx="1828800" cy="502920"/>
          </a:xfrm>
          <a:prstGeom prst="rect">
            <a:avLst/>
          </a:prstGeom>
          <a:solidFill>
            <a:srgbClr val="000000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51460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251460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514600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514600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017520"/>
            <a:ext cx="2743200" cy="502920"/>
          </a:xfrm>
          <a:prstGeom prst="rect">
            <a:avLst/>
          </a:prstGeom>
          <a:solidFill>
            <a:srgbClr val="000000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3017520"/>
            <a:ext cx="1371600" cy="502920"/>
          </a:xfrm>
          <a:prstGeom prst="rect">
            <a:avLst/>
          </a:prstGeom>
          <a:solidFill>
            <a:srgbClr val="000000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3017520"/>
            <a:ext cx="1828800" cy="502920"/>
          </a:xfrm>
          <a:prstGeom prst="rect">
            <a:avLst/>
          </a:prstGeom>
          <a:solidFill>
            <a:srgbClr val="000000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3017520"/>
            <a:ext cx="1828800" cy="502920"/>
          </a:xfrm>
          <a:prstGeom prst="rect">
            <a:avLst/>
          </a:prstGeom>
          <a:solidFill>
            <a:srgbClr val="000000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52044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3520440"/>
            <a:ext cx="1371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3520440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3520440"/>
            <a:ext cx="1828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提示：在「规则可描述性」和「输出格式固定性」两列打勾或标注「高/中/低」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选择你的攻坚场景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18872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从高频+格式固定的任务开始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514600"/>
            <a:ext cx="548640" cy="5486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514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33172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先求能用，再求好用，最后才是离不开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4747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3657600"/>
            <a:ext cx="548640" cy="5486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657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347472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第一个数字员工选简单的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286000" y="4297680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0" y="42976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简单起步，快速见效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设计数字员工的四个维度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1325880"/>
            <a:ext cx="594360" cy="5943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角色定位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123444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叫什么名字，在哪个环节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109728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325880"/>
            <a:ext cx="594360" cy="5943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97480" y="21031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职责边界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971800" y="2743200"/>
            <a:ext cx="123444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292608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做什么/不做什么/何时人工介入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5440680" y="1325880"/>
            <a:ext cx="594360" cy="5943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5440680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46320" y="21031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120640" y="2743200"/>
            <a:ext cx="123444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92608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具体判断能力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03720" y="1097280"/>
            <a:ext cx="1965960" cy="3200400"/>
          </a:xfrm>
          <a:prstGeom prst="roundRect">
            <a:avLst>
              <a:gd name="adj" fmla="val 4651"/>
            </a:avLst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7589520" y="1325880"/>
            <a:ext cx="594360" cy="5943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0" y="1325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95160" y="21031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交付标准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269480" y="2743200"/>
            <a:ext cx="1234440" cy="2743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292608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输出什么格式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好设计 vs 空设计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164592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角色名称：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内容优化助手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帮助内容团队优化文章质量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内容分析、写作改进、SEO优化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05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394960" y="164592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角色名称：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内容发布前质检员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职责边界：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负责文章格式检查，不负责内容修改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核心判断规则：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如果标题超过30字，标记「待优化」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如果缺少摘要，标记「缺摘要」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各行业参考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3017520"/>
          </a:xfrm>
          <a:prstGeom prst="roundRect">
            <a:avLst>
              <a:gd name="adj" fmla="val 4651"/>
            </a:avLst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1965960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金融行业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874520"/>
            <a:ext cx="228600" cy="2286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830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客户档案摘要员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971800"/>
            <a:ext cx="228600" cy="2286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8036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合规风险初筛员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1097280"/>
            <a:ext cx="1965960" cy="3017520"/>
          </a:xfrm>
          <a:prstGeom prst="roundRect">
            <a:avLst>
              <a:gd name="adj" fmla="val 4651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2606040" y="1097280"/>
            <a:ext cx="1965960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097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零售行业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0" y="1874520"/>
            <a:ext cx="228600" cy="2286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3063240" y="17830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库存预警专员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971800"/>
            <a:ext cx="228600" cy="2286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3063240" y="288036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客诉分级处理员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097280"/>
            <a:ext cx="1965960" cy="3017520"/>
          </a:xfrm>
          <a:prstGeom prst="roundRect">
            <a:avLst>
              <a:gd name="adj" fmla="val 4651"/>
            </a:avLst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1097280"/>
            <a:ext cx="1965960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097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制造行业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92040" y="1874520"/>
            <a:ext cx="228600" cy="2286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0" y="17830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设备异常初判员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92040" y="2971800"/>
            <a:ext cx="228600" cy="2286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4" name="Text 22"/>
          <p:cNvSpPr/>
          <p:nvPr/>
        </p:nvSpPr>
        <p:spPr>
          <a:xfrm>
            <a:off x="5212080" y="288036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工单优先级排序员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03720" y="1097280"/>
            <a:ext cx="1965960" cy="3017520"/>
          </a:xfrm>
          <a:prstGeom prst="roundRect">
            <a:avLst>
              <a:gd name="adj" fmla="val 4651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6903720" y="1097280"/>
            <a:ext cx="1965960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1097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互联网行业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040880" y="1874520"/>
            <a:ext cx="228600" cy="2286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9" name="Text 27"/>
          <p:cNvSpPr/>
          <p:nvPr/>
        </p:nvSpPr>
        <p:spPr>
          <a:xfrm>
            <a:off x="7360920" y="178308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需求有效性评估员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040880" y="2971800"/>
            <a:ext cx="228600" cy="2286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1" name="Text 29"/>
          <p:cNvSpPr/>
          <p:nvPr/>
        </p:nvSpPr>
        <p:spPr>
          <a:xfrm>
            <a:off x="7360920" y="288036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数据异常监控员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练习二：独立完成两份设计文档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194560"/>
          </a:xfrm>
          <a:prstGeom prst="roundRect">
            <a:avLst>
              <a:gd name="adj" fmla="val 4167"/>
            </a:avLst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28016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每份设计文档对应一个攻坚场景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92024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先独立完成，然后和同学互换审查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56032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给自己25分钟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3474720"/>
            <a:ext cx="73152" cy="9144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566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设计文档框架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角色定位 | 职责边界 | 核心能力 | 交付标准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858000" y="4480560"/>
            <a:ext cx="1645920" cy="457200"/>
          </a:xfrm>
          <a:prstGeom prst="roundRect">
            <a:avLst>
              <a:gd name="adj" fmla="val 16000"/>
            </a:avLst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4480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25分钟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配对评审标准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评审四项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15544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角色唯一性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0116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看名字就知道它干什么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0" y="155448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32120" y="15544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职责清晰度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32120" y="20116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不负责什么和人工介入情形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3200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规则可执行性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3657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没有仔细分析这样的废话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0175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4937760" y="320040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32120" y="32004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交付标准可验收性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32120" y="36576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拿到结果就能判断是否达标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本节产出确认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257300"/>
            <a:ext cx="365760" cy="365760"/>
          </a:xfrm>
          <a:prstGeom prst="rect">
            <a:avLst/>
          </a:prstGeom>
          <a:solidFill>
            <a:srgbClr val="FFFFFF"/>
          </a:solidFill>
          <a:ln w="254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0972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岗位画像表（标注3-5个场景，圈定2个攻坚方向）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0260"/>
            <a:ext cx="365760" cy="365760"/>
          </a:xfrm>
          <a:prstGeom prst="rect">
            <a:avLst/>
          </a:prstGeom>
          <a:solidFill>
            <a:srgbClr val="FFFFFF"/>
          </a:solidFill>
          <a:ln w="254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9202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数字员工设计文档第1号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903220"/>
            <a:ext cx="365760" cy="365760"/>
          </a:xfrm>
          <a:prstGeom prst="rect">
            <a:avLst/>
          </a:prstGeom>
          <a:solidFill>
            <a:srgbClr val="FFFFFF"/>
          </a:solidFill>
          <a:ln w="254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7432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数字员工设计文档第2号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3726180"/>
            <a:ext cx="365760" cy="365760"/>
          </a:xfrm>
          <a:prstGeom prst="rect">
            <a:avLst/>
          </a:prstGeom>
          <a:solidFill>
            <a:srgbClr val="FFFFFF"/>
          </a:solidFill>
          <a:ln w="254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5661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已经历配对评审，并根据反馈做了修改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第一天上午知识框架总结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7772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43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工具思维 vs 员工思维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核心差距在于你是不是中间节点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965960"/>
            <a:ext cx="73152" cy="7772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057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数字员工四个组成部分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377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角色、规则、知识库、模板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880360"/>
            <a:ext cx="73152" cy="7772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971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适合的任务特征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3291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高频、可描述、格式固定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794760"/>
            <a:ext cx="73152" cy="7772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886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设计四个维度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4206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角色定位、职责边界、核心能力、交付标准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萃取经验、搭建Skill、建立知识库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第一天·下午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开场：从设计图到施工现场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核心观点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设计文档里的判断能力，背后藏着很多潜规则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19456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你默认大家都知道的东西，你从来没说出口的标准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24612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做了五年成了直觉，但AI没有五年积累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29768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这个下午要做的：把直觉挖出来，变成AI能执行的规则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Part2 Test</dc:title>
  <dc:subject>PptxGenJS Presentation</dc:subject>
  <dc:creator>PptxGenJS</dc:creator>
  <cp:lastModifiedBy>PptxGenJS</cp:lastModifiedBy>
  <cp:revision>1</cp:revision>
  <dcterms:created xsi:type="dcterms:W3CDTF">2026-05-19T04:54:51Z</dcterms:created>
  <dcterms:modified xsi:type="dcterms:W3CDTF">2026-05-19T04:54:51Z</dcterms:modified>
</cp:coreProperties>
</file>