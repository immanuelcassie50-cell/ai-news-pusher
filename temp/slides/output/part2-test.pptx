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重新认识数字员工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从工具思维到员工思维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配对评审标准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评审四项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角色唯一性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看名字就知道它干什么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职责清晰度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不负责什么和人工介入情形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规则可执行性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没有仔细分析这样的废话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交付标准可验收性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拿到结果就能判断是否达标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萃取经验、搭建Skill、建立知识库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第一天·下午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开场：从设计图到施工现场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设计文档里的判断能力，背后藏着很多潜规则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你默认大家都知道的东西，你从来没说出口的标准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做了五年成了直觉，但AI没有五年积累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29768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这个下午要做的：把直觉挖出来，变成AI能执行的规则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2026-05-19T04:55:08Z</dcterms:created>
  <dcterms:modified xsi:type="dcterms:W3CDTF">2026-05-19T04:55:08Z</dcterms:modified>
</cp:coreProperties>
</file>