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行动学习项目成果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《破题力》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行动学习者的四维问题定义训练营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学员成果 Demo 展示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3840480"/>
            <a:ext cx="2743200" cy="27432"/>
          </a:xfrm>
          <a:prstGeom prst="rect">
            <a:avLst/>
          </a:prstGeom>
          <a:solidFill>
            <a:srgbClr val="EF233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9144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问题定义篇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783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三层定义 / 描述性定义 / 隐藏考题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类比思维篇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2606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类比模型 / 类比三问 / 反面喻体法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归因分析篇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3429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因果归因 / 竞争性假说 / 调研方案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标准决策篇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4251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判断标准 / 隐藏标准 / 价值观冲突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2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问题定义篇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三层定义 / 描述性定义 / 隐藏考题诊断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18288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课题三层定义表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10972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原始问题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「新员工流失率高，怎么留住人？」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005840"/>
            <a:ext cx="41148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8D99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1005840"/>
            <a:ext cx="109728" cy="109728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8" name="Text 6"/>
          <p:cNvSpPr/>
          <p:nvPr/>
        </p:nvSpPr>
        <p:spPr>
          <a:xfrm>
            <a:off x="480060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 现象层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417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制造事业部新员工流失率达28%，显著高于行业平均15%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2240280"/>
            <a:ext cx="41148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240280"/>
            <a:ext cx="109728" cy="10972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 原因层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26517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培养周期长（6-12个月），新员工在产出期前丧失信心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3474720"/>
            <a:ext cx="41148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2B2D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3474720"/>
            <a:ext cx="109728" cy="10972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 课题层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38862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如何设计「快速成就体验」机制，让新员工在90天内建立岗位自信？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破题关键：从「怎么留人」改为「怎么让新人在90天内建立自信」，答案就清晰了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描述性定义练习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用数据说话，而非形容词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41148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模糊描述（听到的）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80560" y="1188720"/>
            <a:ext cx="4206240" cy="4114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4480560" y="11887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描述性定义（精准描述）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20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客户对我们不满意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69164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8288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23起投诉：12起因交付延期、7起因质量、4起因响应慢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NPS从45降至38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17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团队士气低落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80560" y="278892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9260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出勤率92%（降5%）、加班率8%（降12%）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建议3条（去年同期15条）、满意度68分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三要素：1.具体数据  2.时间边界  3.维度拆分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类比思维篇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F2F4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类比模型 / 类比三问 / 反面喻体法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18288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类比模型识别清单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冰山模型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表面现象 vs 深层原因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员工流失 → 钱少只是表象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097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GPS模型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1463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Goal-Pattern-Startup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市场进入：先定目标，再找规律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097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乐队模型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1463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不同乐器协同演奏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跨部门协作：谁是指挥？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倒酒模型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2971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杯子满了要换瓶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337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产品升级：新瓶装新酒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25146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种子模型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83280" y="2971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播种-发芽-开花-结果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3337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人才培养：时机与周期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25146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拼图模型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17920" y="2971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碎片完整后才清晰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3337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战略制定：完整图景是什么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8D99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归因分析篇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F2F4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因果归因 / 竞争性假说 / 调研方案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18288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因果归因分析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【观察】门店销售额与员工满意度高度正相关（r=0.85）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517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D99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2651760" cy="9144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错误归因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员工满意度高 -&gt; 销售额高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（把相关性当因果性）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737360"/>
            <a:ext cx="26517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737360"/>
            <a:ext cx="2651760" cy="914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正确分析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23317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销售额高 -&gt; 员工收入高 -&gt; 满意度高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或者：共同原因C：店长管理能力强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737360"/>
            <a:ext cx="26517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B2D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737360"/>
            <a:ext cx="2651760" cy="914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关键结论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23317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如果只提升满意度，而不提升销售能力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销售额不会提高 —— 这是『伪因』陷阱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因果归因三问：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265176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977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这是相关性还是因果性？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3977640"/>
            <a:ext cx="265176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3977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因果方向是什么？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3977640"/>
            <a:ext cx="265176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3977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找到可控因了吗？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2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标准决策篇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判断标准 / 隐藏标准 / 价值观冲突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18288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价值观冲突定位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案例：营销总监主张大量招聘抢占市场 vs 财务总监主张控制成本稳健发展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931920" cy="18288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张强（营销）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立场：增长优先，市场份额是核心竞争力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价值观：进攻型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相信'不进则退'，要抓住窗口期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645920"/>
            <a:ext cx="4114800" cy="18288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737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李谨（财务）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63440" y="210312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立场：稳健优先，现金流是企业生命线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价值观：防守型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相信'活下来比什么都重要'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B2D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49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找到共同上层目标：企业可持续增长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妥协方案：招聘与业绩挂钩 + 设立观察期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机制保障：月度经营分析会，用数据说话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成果总结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4023360" cy="1097280"/>
          </a:xfrm>
          <a:prstGeom prst="rect">
            <a:avLst/>
          </a:prstGeom>
          <a:solidFill>
            <a:srgbClr val="8D99AE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08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920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从模糊到精准，三层定义追本质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4023360" cy="1097280"/>
          </a:xfrm>
          <a:prstGeom prst="rect">
            <a:avLst/>
          </a:prstGeom>
          <a:solidFill>
            <a:srgbClr val="8D99AE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508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0" y="1554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类比思维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0" y="1920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借力打力，经典模型快速定位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4023360" cy="1097280"/>
          </a:xfrm>
          <a:prstGeom prst="rect">
            <a:avLst/>
          </a:prstGeom>
          <a:solidFill>
            <a:srgbClr val="8D99AE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788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88720" y="2834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归因分析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200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相关还是因果，竞争假说检验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651760"/>
            <a:ext cx="4023360" cy="1097280"/>
          </a:xfrm>
          <a:prstGeom prst="rect">
            <a:avLst/>
          </a:prstGeom>
          <a:solidFill>
            <a:srgbClr val="8D99AE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788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86400" y="2834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标准决策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0" y="3200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显性化标准，化解价值冲突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114800"/>
            <a:ext cx="9144000" cy="7315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破题力 —— 行动学习者的四维问题定义训练营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2026-08-02T13:10:57Z</dcterms:created>
  <dcterms:modified xsi:type="dcterms:W3CDTF">2026-08-02T13:10:57Z</dcterms:modified>
</cp:coreProperties>
</file>