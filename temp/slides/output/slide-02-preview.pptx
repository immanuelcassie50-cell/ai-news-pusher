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C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学习地图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8046720" cy="18288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1234440" y="1463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传统胜任力模型的AI时代风险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377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34440" y="2377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"AI+人"能力模型框架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23444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重写关键岗位画像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5257800" y="1463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AI能力分层与人才梯队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0" y="23774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257800" y="23774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模型落地到HR各模块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72000" y="329184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C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257800" y="32918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行动蓝图与HR自身升级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C00000"/>
          </a:solidFill>
          <a:ln/>
        </p:spPr>
      </p:sp>
      <p:sp>
        <p:nvSpPr>
          <p:cNvPr id="17" name="Text 15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2026-05-25T15:38:19Z</dcterms:created>
  <dcterms:modified xsi:type="dcterms:W3CDTF">2026-05-25T15:38:19Z</dcterms:modified>
</cp:coreProperties>
</file>