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找瓶颈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用20%的改变撬动80%的产出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27432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降本增效基层实战营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先看一个反直觉的例子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有一条生产线，5个工位，处理速度分别是：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5个工位的处理速度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554480" cy="20116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工位A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件/小时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94560" y="1280160"/>
            <a:ext cx="1554480" cy="20116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1371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工位B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94560" y="18288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194560" y="2651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件/小时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31920" y="1280160"/>
            <a:ext cx="1554480" cy="2011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1371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工位C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31920" y="18288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931920" y="2651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件/小时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3383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&lt;-最慢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0" y="1280160"/>
            <a:ext cx="1554480" cy="20116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0" y="1371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工位D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0" y="18288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669280" y="2651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件/小时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06640" y="1280160"/>
            <a:ext cx="1554480" cy="20116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1371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工位E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06640" y="18288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7406640" y="2651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件/小时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问：这条线每小时能产出多少件？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5486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不是100，不是90，不是五个数的平均值。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答案：60件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09728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因为整条线的产出，由最慢的那个环节决定。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工位C每小时只能处理60件，无论其他工位多快，后面都在等，前面都在堆。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0" y="256032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26517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60件/小时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74320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整条线的产出上限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接下来这个问题，才是真正重要的：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接下来这个问题，才是真正重要的：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如果你要改善这条生产线，你会先改哪里？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大多数人第一直觉是改工位C——它最慢，所以先改它。这个方向是对的。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现实里经常发生的是另一种情况：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solidFill>
            <a:srgbClr val="DC2626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忽略了C，把A、B、D、E全都升级到200件/小时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结果是什么？整条线产出还是60件。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你优化了80%的工位，整体产出一点没动。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288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2011680"/>
            <a:ext cx="4572000" cy="1828800"/>
          </a:xfrm>
          <a:prstGeom prst="round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19456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因为C没变</a:t>
            </a:r>
            <a:endParaRPr lang="en-US" sz="4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系统的产出，由最受限制的那个节点决定。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不改瓶颈，改什么都是无效投入。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这个逻辑不只在工厂成立。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银行的审批链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06040" y="128016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1280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保险的理赔链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280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研发的交付链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03720" y="128016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2B2D42"/>
          </a:solidFill>
          <a:ln/>
        </p:spPr>
      </p:sp>
      <p:sp>
        <p:nvSpPr>
          <p:cNvPr id="11" name="Text 9"/>
          <p:cNvSpPr/>
          <p:nvPr/>
        </p:nvSpPr>
        <p:spPr>
          <a:xfrm>
            <a:off x="6903720" y="1280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客服的处理链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任何有流程的地方，都是一样的。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为什么大家总是改错地方</a:t>
            </a:r>
            <a:endParaRPr lang="en-US" sz="4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选「最让人烦的」，而不是「最卡住产出的」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91440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主管会开很多会，开会开得烦透了。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DC2626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但会议不一定是卡住产出的节点——去掉它，整体交付速度未必提升。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0" y="3200400"/>
            <a:ext cx="3657600" cy="5486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3200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「最烦」≠「最关键」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选「自己最忙的」，而不是「全局最卡的」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91440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你每天填报表填得很累，但这是并行工作，不在主流程上。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0" y="3200400"/>
            <a:ext cx="3657600" cy="5486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3200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你的忙 ≠ 系统的瓶颈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选「偶尔出现的大问题」，而不是「反复发生的小问题」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91440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上个月系统崩溃耽误了一天，损失很大，但这是偶发意外。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真正的瓶颈，是那些每周都在发生、每件都要经过、每次都拖慢进度的节点。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真正的瓶颈，有一个核心特征：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它停了，整个流程就停；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它动了，整体效率就提。</a:t>
            </a:r>
            <a:endParaRPr lang="en-US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为什么要找长板，而不是补短板</a:t>
            </a:r>
            <a:endParaRPr lang="en-US" sz="3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很多管理培训会讲「木桶效应」——找短板，补短板。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这个思路对基层团队有两个致命缺陷：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资源根本不够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分散投入，最后每个地方都没有明显变化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737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改了也没用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22860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所有非瓶颈升级，产出还是被卡着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正确的思路只有一个：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先找到那个决定整体产出的关键节点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把80%的资源和注意力集中在它上面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这不是「只改一个问题就够了」，而是「先改最重要的那一个」。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改完它，下一个问题自然浮出水面，再继续下一轮。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0" y="1828800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18288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雨露均沾 -&gt; 集中火力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五问法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判断一个问题是不是真正的瓶颈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AI输出示例（节选）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5156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动作1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1051560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制定资料标准清单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设计「理赔提交必备资料清单」，按理赔类型分类，理赔员提交前对照自检，清单随案件一并提交风控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谁来做：主管联合风控主管制定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预计效果：风控收到资料即可审核，减少反复确认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7889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889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动作2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2788920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建立复核固定时间窗口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每天14:00-15:00为复核专属时间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谁来做：主管与风控主管协商确认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预计效果：消除「不知道什么时候会被审」的不确定等待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从头脑风暴45分钟变成审核调整15分钟。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案例三：用AI优化汇报表达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场景：小李写了一段改善汇报，准备发给部门总监，但表达不够有力。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关于理赔复核流程的优化，我们发现复核这个环节比较慢，大概要3天，我们认为可以通过几个措施来改善，主要是做一个资料清单，还有固定复核时间，这样应该能让速度快一点。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提示词：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请帮我改写以下这段汇报，要求：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语言更专业、更有说服力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包含问题的具体影响（数字我后续补充）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说清楚改善方案和预期效果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不要夸大，保持务实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300字以内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原文：[粘贴原文]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AI改写后，小李补充了真实数字的最终版本：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2926080"/>
          </a:xfrm>
          <a:prstGeom prst="roundRect">
            <a:avLst>
              <a:gd name="adj" fmla="val 3125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理赔复核环节目前平均等待3天，是导致整体处理周期7天的最大单一瓶颈，也是当前25%投诉率的主要原因。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根据Q1数据分析，因等待过长导致的客户流失损失约25万元/年，加上团队每年花在催单追踪上的人力成本约22万元，综合年损失约47万元。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问题根因已明确：资料格式不统一导致风控需重复梳理，加上复核没有固定时间窗口，形成大量不确定等待。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计划3周内通过三个动作改善：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①制定资料标准清单，统一提交格式；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②建立每日复核时间窗口（14:00-15:00），消除等待不确定性；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③申请小额案件权限下放，减少约三分之一的主管复核量。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预期3周后，复核等待从3天降至1天，整体周期从7天降至5天，投诉率预计降至15%以下。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从润色修改20分钟变成5分钟补数字和微调。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案例四：用AI辅助复盘分析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场景：方案执行3周后，小李有了数据，想写复盘报告，但不知道从哪里分析。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F3F4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我的改善方案执行了3周，以下是数据对比：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改善前：复核平均等待3天，月投诉50件（投诉率25%），每周催单接听时间约20小时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改善后：复核平均等待1.2天，月投诉28件（投诉率14%），每周催单接听时间约10小时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请帮我：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分析哪些指标达标了，哪些还有差距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推测可能的原因（我再核实是否符合实际情况）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建议下一轮改善的方向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6-A：扫描你方案里的AI使用机会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目的：检查你第五部分完成的方案卡，判断哪些步骤可以用AI辅助。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560320"/>
                <a:gridCol w="1097280"/>
                <a:gridCol w="22860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方案里的动作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属于哪类AI能力？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能用AI吗？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具体怎么用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动作1：___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☐整理 ☐初稿 ☐对比 ☐改写 ☐不适合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☐能 ☐不能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动作2：___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☐整理 ☐初稿 ☐对比 ☐改写 ☐不适合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☐能 ☐不能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动作3：___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☐整理 ☐初稿 ☐对比 ☐改写 ☐不适合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☐能 ☐不能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如果扫描完发现3个动作里没有一个适合用AI——完全没问题。AI是可选工具，不是必选项。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6-B：写一个你自己的提示词，现场试用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目的：把练习6-A里找到的一个AI使用机会，写成一个真正可用的提示词。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2560320"/>
          </a:xfrm>
          <a:prstGeom prst="roundRect">
            <a:avLst>
              <a:gd name="adj" fmla="val 3571"/>
            </a:avLst>
          </a:prstGeom>
          <a:solidFill>
            <a:srgbClr val="F3F4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提示词结构框架：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【背景】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我是[你的岗位]，我们部门[X人]，主要工作是[用一句话说清楚你们做什么]。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【具体需要帮助的事】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[清楚描述你要AI做的具体事情——不要包含真实客户信息或敏感数据]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【输出格式要求】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请用[表格/清单/分段说明]的方式输出。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提供[X个选项/X条建议]。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[其他限制，比如：不超过300字/不需要分析原因/只关注XX方面]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工具选择参考</a:t>
            </a:r>
            <a:endParaRPr lang="en-US" sz="2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比较适合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DeepSeek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逻辑推理强，回答结构清晰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流程分析、改善方案生成、对比分析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通义千问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阿里出品，对企业场景理解好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文档整理、汇报改写、流程说明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文心一言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百度出品，中文表达流畅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汇报段落优化、邮件改写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豆包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字节出品，日常对话体验好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快速问答、想法初步整理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实用建议：不需要只用一个。同一个提示词，可以同时发给两三个工具，对比输出质量，选最有用的那个版本。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手工 vs AI + 人工审核：时间对比参考</a:t>
            </a:r>
            <a:endParaRPr lang="en-US" sz="2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8288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工作类型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纯手工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+ 审核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问题分类整理（5类浪费）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约30分钟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约10分钟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67%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改善动作头脑风暴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约45分钟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约15分钟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67%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汇报文字优化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约20分钟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约5分钟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75%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复盘报告初稿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约60分钟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约20分钟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67%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流程规范文档初稿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约90分钟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约30分钟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67%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这个节省，是「表达和整理」的时间，不是「判断和决策」的时间。AI让你更快到达一个可以开始思考的起点，思考本身，还是你的工作。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137160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这一部分做了什么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第六部分 · 完成内容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你现在手上有：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09728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部门瓶颈初印象（第一部分）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09728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部门浪费清单（第二部分）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09728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945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价值损失描述表（第三部分）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109728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889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部门瓶颈卡·正式版（第四部分）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109728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3832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微改善方案卡（第五部分）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109728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9776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AI使用机会扫描 + 你的第一个提示词（本部分）✅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0"/>
            <a:ext cx="8229600" cy="2286000"/>
          </a:xfrm>
          <a:prstGeom prst="roundRect">
            <a:avLst>
              <a:gd name="adj" fmla="val 6000"/>
            </a:avLst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最后一章 · 第七部分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带动与落地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从你一个人会做，到整个团队在动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这是改善能不能真正发生的最后一公里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你将完成：行动承诺表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2286000"/>
          </a:xfrm>
          <a:prstGeom prst="roundRect">
            <a:avLst>
              <a:gd name="adj" fmla="val 6000"/>
            </a:avLst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1554480" y="164592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AI不是魔法棒，它是工具。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54480" y="237744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工具用对地方才能真正提效；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用错地方，只是把问题从一个地方搬到另一个地方。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回到我们这两天的逻辑：先找瓶颈，再用AI。不要反过来——先用AI，再看有没有效。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AI最大的价值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是把你从「从空白开始写」这件低效的事情里解放出来。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你的判断力、你对部门的了解、你推动改变的意愿——这些是AI无法替代的，也是这两天真正练的东西。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关于「方案是不是太小了」这件事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很多人填完方案卡，会有一个担心：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「就这3个动作？感觉解决不了根本问题啊。」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这个担心来自一个思维误区：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改善不是一次性解决所有问题，而是建立一个持续改善的节奏。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今天做的3个动作，是第一轮。3周后复盘，有些动作有效，有些没有，还有些带出了之前没注意到的新问题。然后你设计第二轮方案，再做3个动作。一轮一轮推进，每轮有数据支撑，每轮在上一轮的基础上往前走。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微改善的核心逻辑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不要等到条件成熟了再改，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先找到这周就能做的最小有效动作，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动起来，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然后边做边完善。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一个能运行的80分方案，远比一个完美的纸上计划更有价值。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先动起来，数据会告诉你下一步怎么走。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06_AI助推</dc:title>
  <dc:subject>PptxGenJS Presentation</dc:subject>
  <dc:creator>Claude Code</dc:creator>
  <cp:lastModifiedBy>Claude Code</cp:lastModifiedBy>
  <cp:revision>1</cp:revision>
  <dcterms:created xsi:type="dcterms:W3CDTF">2026-05-16T08:48:22Z</dcterms:created>
  <dcterms:modified xsi:type="dcterms:W3CDTF">2026-05-16T08:48:22Z</dcterms:modified>
</cp:coreProperties>
</file>