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9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137160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第二天·下午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从单兵作战到协作系统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从个人工具到组织资产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开场：两个工具和一支团队的差距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运营例会需要：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汇总本周各渠道核心数据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识别异常和值得关注的趋势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40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生成议题清单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分配责任人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会后整理会议纪要和行动清单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3931920" cy="2743200"/>
          </a:xfrm>
          <a:prstGeom prst="rect">
            <a:avLst/>
          </a:prstGeom>
          <a:solidFill>
            <a:srgbClr val="F3F4F6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一个问题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15544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一个Skill能把5件事都做好吗？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37760" y="2286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当任务涉及多个专业领域、多种输出格式时，单一Skill往往：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7432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注意力被分散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每个环节都不够深入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输出格式难以统一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B9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137160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5 - 08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第八部分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多Skill协作系统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单Skill天花板的三类信号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F3F4F6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4173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指令越写越长，AI越来越乱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7373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超过1500-2000字，AI注意力被分散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8229600" cy="1097280"/>
          </a:xfrm>
          <a:prstGeom prst="rect">
            <a:avLst/>
          </a:prstGeom>
          <a:solidFill>
            <a:srgbClr val="F3F4F6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26517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任务涉及多个专业判断领域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9718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前半段数据分析，后半段话术撰写，结尾格式排版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solidFill>
            <a:srgbClr val="F3F4F6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3886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任务有明确的流水线结构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42062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A做完-&gt;B做-&gt;C做，典型的流水线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三种协作模式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2004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串行（流水线）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先后依赖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51760" cy="32004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1097280"/>
            <a:ext cx="2651760" cy="7315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并行（多角度汇总）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5603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同时处理，多维度分析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651760" cy="32004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1097280"/>
            <a:ext cx="2651760" cy="73152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936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监控（守卫+执行）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5603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满足条件才触发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模式一：串行（流水线）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914400"/>
          </a:xfrm>
          <a:prstGeom prst="rect">
            <a:avLst/>
          </a:prstGeom>
          <a:solidFill>
            <a:srgbClr val="F3F4F6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A输出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信息提取员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280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560320" cy="914400"/>
          </a:xfrm>
          <a:prstGeom prst="rect">
            <a:avLst/>
          </a:prstGeom>
          <a:solidFill>
            <a:srgbClr val="F3F4F6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B输入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优先级判定员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1280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309360" y="1097280"/>
            <a:ext cx="2560320" cy="914400"/>
          </a:xfrm>
          <a:prstGeom prst="rect">
            <a:avLst/>
          </a:prstGeom>
          <a:solidFill>
            <a:srgbClr val="F3F4F6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C输入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处理建议生成员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原始投诉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17520" y="2286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943600" y="2286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8229600" cy="1463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429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任务有明确的先后依赖关系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794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160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每个Skill只做一件事，做得精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模式二：并行（多角度汇总）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0" y="1005840"/>
            <a:ext cx="1828800" cy="5486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0" y="1005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同一输入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554480"/>
            <a:ext cx="0" cy="36576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1920240"/>
            <a:ext cx="457200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920240"/>
            <a:ext cx="0" cy="36576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286000"/>
            <a:ext cx="182880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86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市场可行性评估员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920240"/>
            <a:ext cx="0" cy="36576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1920" y="2286000"/>
            <a:ext cx="182880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2286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技术可行性评估员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80960" y="1920240"/>
            <a:ext cx="0" cy="36576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2286000"/>
            <a:ext cx="182880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286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合规风险评估员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11680" y="2926080"/>
            <a:ext cx="0" cy="45720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2926080"/>
            <a:ext cx="0" cy="45720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0" y="2926080"/>
            <a:ext cx="0" cy="45720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0" y="3383280"/>
            <a:ext cx="512064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0" y="3383280"/>
            <a:ext cx="0" cy="27432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3383280"/>
            <a:ext cx="0" cy="27432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80960" y="3383280"/>
            <a:ext cx="0" cy="27432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3657600"/>
            <a:ext cx="1828800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0" y="3657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整合报告生成员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434840"/>
            <a:ext cx="3840480" cy="457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434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适用：需要对同一对象做多维度分析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4434840"/>
            <a:ext cx="3840480" cy="457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4434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价值：每个专项角色只在自己的专业领域发挥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模式三：监控（守卫+执行）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200400" cy="109728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数据异常守卫员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持续运行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114800" y="1097280"/>
            <a:ext cx="4572000" cy="1097280"/>
          </a:xfrm>
          <a:prstGeom prst="rect">
            <a:avLst/>
          </a:prstGeom>
          <a:solidFill>
            <a:srgbClr val="F3F4F6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1280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识别到某指标偏离基准超过阈值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0" y="1691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触发 [异常原因分析员] -&gt; 触发 [异常通知生成员]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3931920" cy="20116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06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971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持续监控类任务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291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"满足条件才处理"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468880"/>
            <a:ext cx="3931920" cy="20116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606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2971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把"我需要盯着"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3246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566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"异常了它来找我"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完整案例：一条销售线索的完整处理链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280160" cy="5486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058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原始线索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1051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920240" y="1005840"/>
            <a:ext cx="164592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10058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线索信息标准化员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66160" y="1051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931920" y="1005840"/>
            <a:ext cx="146304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1005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线索质量评估员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1554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0" y="1828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A/B级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0" y="1828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C/D级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0" y="2194560"/>
            <a:ext cx="1828800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0" y="2194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首次跟进方案员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194560"/>
            <a:ext cx="1828800" cy="50292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194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自动培育任务员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2743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00400" y="3108960"/>
            <a:ext cx="2286000" cy="5486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3108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分配建议生成员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28600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（A级/B级线索）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（C级/D级线索）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协作模式组合：串行（线索标准化-&gt;评估-&gt;方案）+ 分支并行（A/B级vsC/D级处理）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观察与思考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457200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11887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这个协作链里，哪些环节使用了串行？哪些环节使用了并行？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1005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457200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9456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80" y="2377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如果把这5个Skill合并成1个，会出现什么问题？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229600" cy="1005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383280"/>
            <a:ext cx="457200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38328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97280" y="3566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这个协作链里，哪个环节最可能是质量瓶颈？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接口设计原则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457200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457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字段名称与含义明确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A输出的字段名和B输入时引用的必须完全一致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0972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240280"/>
            <a:ext cx="457200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40280"/>
            <a:ext cx="457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97280" y="2423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格式固定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接口字段必须是代码块、表格或固定格式，不能自由发挥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474720"/>
            <a:ext cx="457200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474720"/>
            <a:ext cx="457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09728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包含下游全部所需信息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上游输出必须包含下游需要的所有字段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常见错误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011680"/>
          </a:xfrm>
          <a:prstGeom prst="rect">
            <a:avLst/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18872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在上游Skill里把"简洁"当美德，输出很精炼，但下游需要的关键字段被省掉了，导致下游只能"大意理解"，产生误差累积。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0" y="2194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8229600" cy="11887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37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正确做法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宁可上游输出稍微冗余，也不要让下游信息不足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练习九：设计你的多Skill协作方案图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9260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练习要求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737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基于两个已完成Skill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37744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286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设计完整的数字员工协作体系图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92608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8346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给自己25分钟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777240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4747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思考：哪些环节串行？哪些并行？是否有监控场景？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B9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137160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5 - 09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第九部分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迭代机制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让数字员工越用越好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Skill的生命周期：四个阶段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7680960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691640"/>
            <a:ext cx="274320" cy="274320"/>
          </a:xfrm>
          <a:prstGeom prst="ellipse">
            <a:avLst/>
          </a:prstGeom>
          <a:solidFill>
            <a:srgbClr val="374151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94560"/>
            <a:ext cx="1371600" cy="2286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194560"/>
            <a:ext cx="1371600" cy="54864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初版阶段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29184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刚建完，处于"能用"水平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1691640"/>
            <a:ext cx="274320" cy="2743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2926080" y="2194560"/>
            <a:ext cx="1371600" cy="2286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Shape 11"/>
          <p:cNvSpPr/>
          <p:nvPr/>
        </p:nvSpPr>
        <p:spPr>
          <a:xfrm>
            <a:off x="2926080" y="2194560"/>
            <a:ext cx="1371600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0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926080" y="2834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329184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处于"好用"水平，团队开始用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0" y="1691640"/>
            <a:ext cx="274320" cy="27432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8" name="Shape 16"/>
          <p:cNvSpPr/>
          <p:nvPr/>
        </p:nvSpPr>
        <p:spPr>
          <a:xfrm>
            <a:off x="4937760" y="2194560"/>
            <a:ext cx="1371600" cy="2286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9" name="Shape 17"/>
          <p:cNvSpPr/>
          <p:nvPr/>
        </p:nvSpPr>
        <p:spPr>
          <a:xfrm>
            <a:off x="4937760" y="2194560"/>
            <a:ext cx="1371600" cy="5486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937760" y="2834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成熟期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329184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处于"离不开"水平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98080" y="1691640"/>
            <a:ext cx="274320" cy="2743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4" name="Shape 22"/>
          <p:cNvSpPr/>
          <p:nvPr/>
        </p:nvSpPr>
        <p:spPr>
          <a:xfrm>
            <a:off x="6949440" y="2194560"/>
            <a:ext cx="1371600" cy="2286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5" name="Shape 23"/>
          <p:cNvSpPr/>
          <p:nvPr/>
        </p:nvSpPr>
        <p:spPr>
          <a:xfrm>
            <a:off x="6949440" y="2194560"/>
            <a:ext cx="1371600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949440" y="2834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进化期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40880" y="329184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需要重构，而不是修补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初版阶段管理重点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2004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管理要点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高频使用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46888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377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高频记录问题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10896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017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快速迭代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3931920" cy="32004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188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转入成长期标志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37760" y="1828800"/>
            <a:ext cx="35661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三类测试都能稳定通过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0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标准测试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边界测试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意外测试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成长期管理重点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7772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4300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515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收集真实使用中的反馈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5029200" cy="7772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5740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9659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每1-2周做一轮迭代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5029200" cy="7772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97180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8803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知识库开始定期更新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760720" y="1005840"/>
            <a:ext cx="2926080" cy="2743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转入成熟期标志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0" y="18288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使用者不再需要解释"怎么用"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成熟期与进化期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749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3931920" cy="5486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成熟期管理重点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00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稳定维护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194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防止知识库过期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788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识别是否需要扩展功能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566160"/>
            <a:ext cx="3566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57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转入进化期信号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发现它能做得更多，但现有结构装不下了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914400"/>
            <a:ext cx="3931920" cy="3749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914400"/>
            <a:ext cx="3931920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9144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进化期特征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169164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5166360" y="1600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规则之间开始出现矛盾积累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228600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5166360" y="2194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业务场景已经大幅偏移初始设计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37760" y="288036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2788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知识库已经和现实严重不符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3566160"/>
            <a:ext cx="3566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657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74920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重新萃取经验、重新设计规则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建立反馈机制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34747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118872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确定反馈人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谁在日常工作中使用这个Skill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51760" cy="34747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0" y="118872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7472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规范反馈内容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25603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不是"感觉不太对"，而是"具体哪条输出，有什么问题"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51760" cy="34747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0" y="118872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0936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建立问题台账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25603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按发现频次和影响程度排优先级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推荐反馈格式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输入内容：[具体的输入]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Skill实际输出：[实际结果]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我预期的输出应该是：[正确结果]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这次差异属于哪类问题：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108960"/>
            <a:ext cx="182880" cy="182880"/>
          </a:xfrm>
          <a:prstGeom prst="rect">
            <a:avLst/>
          </a:prstGeom>
          <a:noFill/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063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3108960"/>
            <a:ext cx="182880" cy="182880"/>
          </a:xfrm>
          <a:prstGeom prst="rect">
            <a:avLst/>
          </a:prstGeom>
          <a:noFill/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3063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规则遗漏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0480" y="3108960"/>
            <a:ext cx="182880" cy="182880"/>
          </a:xfrm>
          <a:prstGeom prst="rect">
            <a:avLst/>
          </a:prstGeom>
          <a:noFill/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3063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兜底失效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94960" y="3108960"/>
            <a:ext cx="182880" cy="182880"/>
          </a:xfrm>
          <a:prstGeom prst="rect">
            <a:avLst/>
          </a:prstGeom>
          <a:noFill/>
          <a:ln w="12700">
            <a:solidFill>
              <a:srgbClr val="F3F4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3063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知识库缺口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9440" y="3108960"/>
            <a:ext cx="182880" cy="182880"/>
          </a:xfrm>
          <a:prstGeom prst="rect">
            <a:avLst/>
          </a:prstGeom>
          <a:noFill/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3063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657600"/>
            <a:ext cx="768096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格式问题 -&gt; 修改输出格式规则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规则遗漏 -&gt; 补充对应场景的处理规则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迭代频率设定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Skill阶段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0" y="914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建议迭代频率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0" y="914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每次迭代内容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8229600" cy="777240"/>
          </a:xfrm>
          <a:prstGeom prst="rect">
            <a:avLst/>
          </a:prstGeom>
          <a:solidFill>
            <a:srgbClr val="F3F4F6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初版阶段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14630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0" y="14630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修复高频问题，补充缺失规则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860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22860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每1-2周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228600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处理问题台账高优先级问题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777240"/>
          </a:xfrm>
          <a:prstGeom prst="rect">
            <a:avLst/>
          </a:prstGeom>
          <a:solidFill>
            <a:srgbClr val="F3F4F6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089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31089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31089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检查知识库是否过期，更新变化规则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319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进化期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0" y="39319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密集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39319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确认重构范围，设计新版本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知识库的持续更新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2286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触发更新的时机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公司政策变更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14884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0574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重大成功/失败案例出现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560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竞争环境变化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15468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0632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内容超过6个月未更新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914400"/>
            <a:ext cx="3931920" cy="2286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051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责任人设定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16002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指定一个责任人定期检查并更新，其他人向责任人提交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37760" y="2377440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4688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责任人：[____]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474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核心原则：知识库不是一次性工程，而是持续维护的资产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识别"需要重构"的三类信号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0" y="914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0" y="9144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为什么意味着需要重构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solidFill>
            <a:srgbClr val="F3F4F6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173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规则矛盾累积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14173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两条规则都符合但给出相反行动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4173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打补丁只会加剧矛盾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8229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231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边界情况无法兜底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28800" y="24231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"人工审核"越来越频繁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4231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规则框架覆盖率太低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solidFill>
            <a:srgbClr val="F3F4F6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290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业务场景大幅偏移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34290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最初设计处理A类，现在主要处理B类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4290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规则是为A设计的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练习十：制定3个月Skill迭代计划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练习要求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7373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基于两个Skill的当前状态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42316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3317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制定3个月的迭代计划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01752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9260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具体到"谁来做反馈、多久迭代一次"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361188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5204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给自己10分钟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777240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7947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思考：当前处于哪个阶段？迭代频率如何设定？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B9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137160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5 - 10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第十部分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团队部署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从个人工具到组织资产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为什么好东西推不出去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6459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457200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457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1280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信息不透明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828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同事不知道有这个Skill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16459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05840"/>
            <a:ext cx="457200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05840"/>
            <a:ext cx="457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394960" y="1280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无使用说明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94960" y="1828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不知道怎么用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3931920" cy="16459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834640"/>
            <a:ext cx="457200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834640"/>
            <a:ext cx="457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097280" y="3108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无反馈维护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6576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发现问题不知道找谁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3931920" cy="16459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2834640"/>
            <a:ext cx="457200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834640"/>
            <a:ext cx="457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394960" y="3108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多人修改版本混乱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94960" y="36576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三个版本互相矛盾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团队推广的三步路径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34747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找种子用户，跑出可见效果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先找1-2个同事，让他们先用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帮他们在实际工作场景里成功用一次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51760" cy="34747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1005840"/>
            <a:ext cx="2651760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05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写使用说明，降低门槛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6517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这个Skill是用来做什么的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怎么用（输入什么格式，在哪里运行）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51760" cy="34747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1005840"/>
            <a:ext cx="2651760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005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建Skill资产库，集中管理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6517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列表、版本记录、使用说明、反馈入口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第一步：找种子用户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7772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4300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515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找和你关系好、对AI工具接受度高的同事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5029200" cy="7772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5740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9659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在团队里有一定影响力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5029200" cy="7772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97180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8803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帮他实际工作场景里成功用一次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760720" y="1005840"/>
            <a:ext cx="2926080" cy="27432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0" y="18288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一个真实的"我用这个节省了3小时"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比你自己说100遍有效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第二步：写使用说明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半页说明解决两个问题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258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这个Skill是用来做什么的（一句话）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288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怎么用（输入什么格式，在哪里运行，输出是什么）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914400"/>
            <a:ext cx="3840480" cy="32918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051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标准结构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15544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这是什么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20574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适合用在哪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0640" y="25603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不适合用在哪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30632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使用步骤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35661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常见问题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第三步：建Skill资产库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24688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资产库包含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列表（所有Skill的清单）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19456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103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版本记录（每次修改的内容和原因）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74320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651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使用说明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29184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反馈收集入口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914400"/>
            <a:ext cx="3931920" cy="246888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051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没有资产库的问题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120640" y="164592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5349240" y="1554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找不到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20640" y="219456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5349240" y="2103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不知道哪个是新版本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120640" y="274320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2651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出了问题不知道找谁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6576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核心目标：从"找得到"到"放心用"到"持续迭代"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组织级Skill资产管理规范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9728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命名规范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[部门]-[功能描述]-[版本号]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8229600" cy="8229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分类归档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3317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按业务域分类，不按创建人分类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8229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版本记录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2918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改了什么、为什么改、改之前的问题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权限管理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42519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谁能查看、谁能用、谁能改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跨部门协作与Skill能力地图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两个问题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18288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两个部门各建了功能高度相似的Skill，互不知情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18288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508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空白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0116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某个跨部门流程需要支持，但没有任何部门负责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7472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解决：定期（每季度）更新Skill能力地图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练习十一：制定本部门的部署计划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小组讨论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7373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3-5人一组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46888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377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结合各人岗位情况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10896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给小组25分钟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777240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490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产出：种子用户名单 + 使用说明初稿 + 资产库框架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练习十一续：三周行动清单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34747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第一周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137160" cy="13716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828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找种子用户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137160" cy="13716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560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跑通第一个场景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651760" cy="34747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1005840"/>
            <a:ext cx="2651760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005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第二周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566160" y="1920240"/>
            <a:ext cx="137160" cy="13716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1828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写使用说明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566160" y="2651760"/>
            <a:ext cx="137160" cy="13716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2560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开始内部推广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651760" cy="34747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126480" y="1005840"/>
            <a:ext cx="2651760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005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第三周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0" y="1920240"/>
            <a:ext cx="137160" cy="13716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1828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建立资产库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0" y="2651760"/>
            <a:ext cx="137160" cy="13716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2560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收集反馈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B9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137160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5 - 11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第十一部分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成果演示与系统演练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每人展示自己的完整数字员工系统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每人5分钟 + 3分钟提问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你的数字员工团队构成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1分钟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0" y="1554480"/>
            <a:ext cx="731520" cy="36576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1554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1分钟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8229600" cy="7315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核心Skill演示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2651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2分钟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0" y="2423160"/>
            <a:ext cx="731520" cy="36576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2423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2分钟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3200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协作方案与定时任务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3520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1分钟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3291840"/>
            <a:ext cx="731520" cy="36576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0" y="3291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1分钟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80160" y="4069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团队部署的下一步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8016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1分钟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772400" y="4160520"/>
            <a:ext cx="731520" cy="36576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0" y="4160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1分钟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数字员工团队构成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展示内容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7772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6596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73736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有几个成员，各叫什么名字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7772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88036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65176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分别负责什么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7772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79476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56616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处于哪个业务环节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核心Skill演示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展示内容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7772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6596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73736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展示最得意的一个Skill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7772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88036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65176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现场用一条真实业务数据演示完整运行过程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7772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79476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56616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展示"有知识库"和"无知识库"的输出对比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协作方案与定时任务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展示内容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7772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6596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73736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设计的多Skill协作逻辑是什么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7772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88036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65176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定时任务是什么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7772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79476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56616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预计节省多少工作量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团队部署的下一步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展示内容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7772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1168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73736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打算先推给谁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7772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10896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83464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接下来三周的第一个具体动作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集体提炼：两天的共性经验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三个问题引导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4592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37160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最适合数字员工的场景类型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46888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最有效的协作模式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84048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56616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两天高频踩的坑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练习十二：填写30天行动目标卡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6459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写得具体，可以量化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37744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2860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一个月后能回来自我检查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017520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9260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给自己10分钟认真填完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7772400" cy="5486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490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下一个slide是模板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30天行动目标卡模板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目标项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0" y="91440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具体计划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新增Skill数量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0" y="141732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_____个，分别是：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574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推广目标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205740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_____人，具体是：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82296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974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定时任务建设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269748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_____个，对应场景：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375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知识库更新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333756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补充或更新哪些内容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82296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776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30天后的验收标准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0" y="39776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怎么算"完成"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接下来的第一步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457200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457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1234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我接下来3天内要做的第一件事是什么？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10972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240280"/>
            <a:ext cx="457200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40280"/>
            <a:ext cx="457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97280" y="2468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预计会遇到的最大阻力是什么？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474720"/>
            <a:ext cx="457200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474720"/>
            <a:ext cx="457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097280" y="3703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我的应对是什么？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本节产出确认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88720"/>
            <a:ext cx="320040" cy="320040"/>
          </a:xfrm>
          <a:prstGeom prst="rect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430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多Skill协作方案图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20040" cy="320040"/>
          </a:xfrm>
          <a:prstGeom prst="rect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Skill迭代计划（3个月）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320040" cy="320040"/>
          </a:xfrm>
          <a:prstGeom prst="rect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423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团队部署计划 + 三周行动清单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320040" cy="320040"/>
          </a:xfrm>
          <a:prstGeom prst="rect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0632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成果展示（已完成展示）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320040" cy="320040"/>
          </a:xfrm>
          <a:prstGeom prst="rect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7033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30天行动目标卡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第二天知识框架总结（上）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286000" cy="5486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00200" y="1463040"/>
            <a:ext cx="0" cy="36576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28800"/>
            <a:ext cx="173736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828800"/>
            <a:ext cx="0" cy="27432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03120"/>
            <a:ext cx="228600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上午：验收与激活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651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真实验收：标准·边界·意外三类测试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108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五类问题诊断与解法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566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成熟度三阶段：能用·好用·离不开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023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定时任务：五要素设计 + 四大常见坑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68880" y="1828800"/>
            <a:ext cx="0" cy="27432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0" y="2103120"/>
            <a:ext cx="228600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201168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下午：协作、迭代、落地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01168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（见下一页）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第二天知识框架总结（下）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74320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下午：协作、迭代、落地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19072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5544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多Skill协作三模式：串行·并行·监控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8229600" cy="5486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37744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12848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接口设计原则：字段一致·格式固定·信息完整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71216"/>
            <a:ext cx="8229600" cy="5486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035808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871216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迭代机制：四阶段生命周期 + 反馈机制设计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529584"/>
            <a:ext cx="8229600" cy="5486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694176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529584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团队推广三步：种子用户·使用说明·资产库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187952"/>
            <a:ext cx="8229600" cy="5486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4352544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187952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组织资产管理：命名规范·版本记录·权限管理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从单兵作战到协作系统，从个人工具到组织资产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Part5_Test</dc:title>
  <dc:subject>PptxGenJS Presentation</dc:subject>
  <dc:creator>Test</dc:creator>
  <cp:lastModifiedBy>Test</cp:lastModifiedBy>
  <cp:revision>1</cp:revision>
  <dcterms:created xsi:type="dcterms:W3CDTF">2026-05-19T04:55:58Z</dcterms:created>
  <dcterms:modified xsi:type="dcterms:W3CDTF">2026-05-19T04:55:58Z</dcterms:modified>
</cp:coreProperties>
</file>