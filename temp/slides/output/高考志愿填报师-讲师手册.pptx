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高考志愿填报师讲师手册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倒推十年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3474720"/>
            <a:ext cx="2743200" cy="0"/>
          </a:xfrm>
          <a:prstGeom prst="line">
            <a:avLst/>
          </a:prstGeom>
          <a:noFill/>
          <a:ln w="25400">
            <a:solidFill>
              <a:srgbClr val="C41E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作者：罗宏伟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0" y="4389120"/>
            <a:ext cx="1371600" cy="73152"/>
          </a:xfrm>
          <a:prstGeom prst="rect">
            <a:avLst/>
          </a:prstGeom>
          <a:solidFill>
            <a:srgbClr val="C41E3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高考志愿填报师讲师手册</dc:title>
  <dc:subject>讲师培训手册</dc:subject>
  <dc:creator>罗宏伟</dc:creator>
  <cp:lastModifiedBy>罗宏伟</cp:lastModifiedBy>
  <cp:revision>1</cp:revision>
  <dcterms:created xsi:type="dcterms:W3CDTF">2026-08-02T03:34:35Z</dcterms:created>
  <dcterms:modified xsi:type="dcterms:W3CDTF">2026-08-02T03:34:35Z</dcterms:modified>
</cp:coreProperties>
</file>