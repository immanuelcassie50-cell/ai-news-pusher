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专家脑子里有什么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专家经验的构成要素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1463040"/>
            <a:ext cx="1828800" cy="18288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情境知识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什么情况下做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流程步骤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怎么做才对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何时做此选择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3337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错误模式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749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新手常犯什么错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1920240"/>
            <a:ext cx="9144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0" y="1920240"/>
            <a:ext cx="914400" cy="0"/>
          </a:xfrm>
          <a:prstGeom prst="line">
            <a:avLst/>
          </a:prstGeom>
          <a:noFill/>
          <a:ln w="12700">
            <a:solidFill>
              <a:srgbClr val="8D99A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四种核心问法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介绍四种访谈技巧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描述成功/失败案例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55448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1600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此刻你在想什么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追问决策思考过程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9184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失误场景还原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新手会犯什么错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29184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3337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如果我是新手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69280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回忆当年的困境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问法一：关键事件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请描述一个成功/失败的关键事件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成功事件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当时发生了什么？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为什么觉得成功？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你做了哪些关键动作？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结果带来什么价值？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失败事件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当时发生了什么？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失败的根本原因是什么？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你后来如何修正？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现在遇到类似情况怎么办？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问法二：此刻你在想什么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追问决策时的思考过程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194560" cy="2194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D99A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2084832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084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201168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做这个决定时，你脑子里在想什么？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57860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651760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6517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57860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是什么让你选择A而不是B？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3145536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3218688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3218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3145536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你有没有犹豫过？犹豫什么？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3712464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3785616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94760" y="371246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你排除掉了哪些选项？为什么？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4279392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4352544"/>
            <a:ext cx="329184" cy="329184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4352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427939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如果重新来，你会改变什么？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问法三：失误场景还原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如果新手做会犯什么错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828800" cy="18288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2926080" y="201168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2148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新手常见失误模式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08960" y="260604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跳步骤：省略了看似不重要的环节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判断错：搞不清何时该做A还是B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时机错：该快时慢，该慢时快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过度分析：在非关键点花太多时间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经验迷信：套用旧方法解决新问题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问法四：如果我是新手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引导专家回忆当年的困境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1645920" cy="1645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3317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3063240"/>
            <a:ext cx="100584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926080" y="2011680"/>
            <a:ext cx="57607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2148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回忆当年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260604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你刚接手这项工作时，最难的是什么？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当时犯了什么错误？现在还会犯吗？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你是怎么学会的？谁教你的？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当年如果有AI助手，你会怎么用？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你最想让新手避免什么坑？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四格萃取框架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四个维度的萃取框架概览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10972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关键步骤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做事的核心流程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25880"/>
            <a:ext cx="3931920" cy="1097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6459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0" y="1691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83480" y="2331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决策的关键点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37560"/>
            <a:ext cx="3931920" cy="10972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657600"/>
            <a:ext cx="548640" cy="5486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703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新手常犯的错误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33756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337560"/>
            <a:ext cx="3931920" cy="10972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480" y="365760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69280" y="3703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例外情况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8348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特殊情况的处理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格子一：关键步骤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第一维度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做事的核心流程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0175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启动条件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697480" y="28346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30175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9748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核心动作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937760" y="28346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5623560" y="30175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291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178040" y="28346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3017520"/>
            <a:ext cx="548640" cy="54864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格子二：判断节点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第二维度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决策的关键点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463040" cy="1463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2468880" y="2788920"/>
            <a:ext cx="6217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28072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何时该做A而不是B？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28072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比如：何时升级，何时自行处理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337560"/>
            <a:ext cx="6217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33558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什么时候需要求助？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35584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比如：超权限、涉及法律、高风险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886200"/>
            <a:ext cx="6217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390448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什么信号表明出问题了？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39044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比如：指标异常、客户反馈异常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4434840"/>
            <a:ext cx="6217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445312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如何判断完成与否？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44531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比如：验收标准、里程碑检查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格子三：常见错误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第三维度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新手常犯的错误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跳步骤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429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省略了看似不重要的环节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31089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0" y="3017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3429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搞不清何时该做A还是B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5262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434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846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该快时慢，该慢时快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42062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45262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69280" y="4434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过度分析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4846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在非关键点花太多时间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格子四：例外情况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第四维度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特殊情况的处理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743200"/>
            <a:ext cx="457200" cy="164592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434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3108960"/>
            <a:ext cx="45720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28346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834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3566160"/>
            <a:ext cx="45720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32918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291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54480" y="4023360"/>
            <a:ext cx="45720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7490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749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例外问题清单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客户不配合怎么办？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资源不足怎么处理？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时间超限如何应对？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多方利益冲突时？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访谈检查清单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访谈时需要确认的关键问题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80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启动条件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2801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这个任务什么时候开始？谁触发？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0312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659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9659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怎么算做完了？交付物是什么？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651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关键步骤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6517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第一步做什么？然后呢？有没有分支？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3375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33375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什么时候该做A不做B？判断依据是什么？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023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40233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新手最容易在哪里出错？该怎么避免？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846320"/>
            <a:ext cx="32004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0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7091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例外情况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0" y="47091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遇到XX情况怎么处理？有没有特例？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活动：模拟萃取访谈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D90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两人一组：一人扮演专家，一人扮演萃取师。使用四种核心问法进行10分钟模拟访谈。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F233C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283464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确定主题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选择一个熟悉的工作场景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6517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283464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开始访谈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使用四种核心问法萃取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65176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F233C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2834640"/>
            <a:ext cx="640080" cy="6400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整理产出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填入四格萃取框架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45720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315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4300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0058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专家脑子里有四大类知识：情境、流程、判断、错误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28800"/>
            <a:ext cx="73152" cy="7315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四种核心问法：关键事件、思考追问、失误还原、新手回忆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73152" cy="7315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6517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四格萃取框架：关键步骤、判断节点、常见错误、例外情况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74720"/>
            <a:ext cx="73152" cy="7315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4747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访谈检查清单确保萃取内容完整不遗漏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97680"/>
            <a:ext cx="73152" cy="7315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29768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实践出真知：模拟访谈是最好的学习方式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286000" y="4709160"/>
            <a:ext cx="4572000" cy="365760"/>
          </a:xfrm>
          <a:prstGeom prst="roundRect">
            <a:avLst>
              <a:gd name="adj" fmla="val 25000"/>
            </a:avLst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下一步：进入模块三——绩效支持工具设计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2026-06-22T06:07:56Z</dcterms:created>
  <dcterms:modified xsi:type="dcterms:W3CDTF">2026-06-22T06:07:56Z</dcterms:modified>
</cp:coreProperties>
</file>