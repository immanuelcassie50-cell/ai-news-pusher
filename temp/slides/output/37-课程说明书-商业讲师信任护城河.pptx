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2743200" cy="1828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商业讲师信任护城河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流量带来关注，信任带来托付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从流量思维到信任思维，构建讲师核心竞争力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商业讲师认证班系列课程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926080"/>
          </a:xfrm>
          <a:prstGeom prst="rect">
            <a:avLst/>
          </a:prstGeom>
          <a:solidFill>
            <a:srgbClr val="FDF0D5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企业内部讲师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独立商业讲师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培训师从业者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企业培训负责人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希望转型讲师的职场人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2926080"/>
          </a:xfrm>
          <a:prstGeom prst="rect">
            <a:avLst/>
          </a:prstGeom>
          <a:solidFill>
            <a:srgbClr val="FDF0D5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课程时长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标准版：2天（12小时）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精华版：1天（6小时）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认证班：3天2夜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支持定制内训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560320" cy="2926080"/>
          </a:xfrm>
          <a:prstGeom prst="rect">
            <a:avLst/>
          </a:prstGeom>
          <a:solidFill>
            <a:srgbClr val="FDF0D5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课程形式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工具演练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现场产出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核心公理：流量 vs 信任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流量思维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粉丝多 = 影响力大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曝光量 = 信任度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追热点 = 有价值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流量红利期捞一把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成交靠话术和技巧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37744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信任思维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专业度 = 信任基础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交付力 = 信任证明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口碑传播 = 信任延伸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长期主义 = 信任积累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 = 信任核心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核心洞察：流量可以买，信任只能建。护城河来自于持续的信任积累。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课程价值：学员能获得什么？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32918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37160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理解流量与信任的本质区别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掌握商业讲师信任模型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建立系统的专业认知框架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了解行业最佳实践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651760" cy="32918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课程设计能力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内容打磨技巧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学员信任建立方法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商业转化策略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2651760" cy="32918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0" y="137160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思维态度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8346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长期主义思维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专业主义精神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客户价值导向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持续迭代习惯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课程结构：PART 1 + PART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DF0D5"/>
          </a:solidFill>
          <a:ln w="25400">
            <a:solidFill>
              <a:srgbClr val="00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认知重塑：信任的本质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流量思维的危害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信任的定义与维度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商业讲师的信任模型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行业案例深度剖析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DF0D5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能力构建：信任的护城河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专业定位方法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内容体系构建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交付能力锻造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商业闭环设计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两天完整课程，循序渐进，从认知到行动，构建商业讲师核心竞争力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学习目标：知识 / 技能 / 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30175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理解流量与信任的本质区别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掌握商业讲师信任五力模型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了解课程设计的底层逻辑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认识商业转化的核心路径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熟悉行业成功案例要素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6517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技能目标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651760" cy="30175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独立完成课程体系设计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运用工具打磨核心内容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建立学员信任的沟通方法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设计有效的学习体验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制定商业变现路径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1005840"/>
            <a:ext cx="26517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态度目标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1463040"/>
            <a:ext cx="2651760" cy="30175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建立长期主义思维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培养专业主义精神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树立客户价值导向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形成持续迭代习惯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建立行业社群连接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课程大纲：PART 1 认知重塑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流量思维的陷阱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783080"/>
            <a:ext cx="868680" cy="320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1.5小时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追逐流量的代价与风险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为什么流量不等于影响力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流量讲师的三大困境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信任的本质解析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783080"/>
            <a:ext cx="868680" cy="320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信任的定义与构成要素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商业讲师的信任模型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信任建立的底层逻辑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行业案例深度剖析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1783080"/>
            <a:ext cx="868680" cy="320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2.5小时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成功讲师的信任积累路径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失败案例的信任损耗分析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信任护城河的关键节点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课程大纲：PART 2 能力构建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专业定位方法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783080"/>
            <a:ext cx="86868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找到你的细分领域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建立差异化定位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明确目标学员画像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内容体系构建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783080"/>
            <a:ext cx="86868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2.5小时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核心课程框架设计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内容打磨方法论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案例与工具开发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097280"/>
            <a:ext cx="265176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2344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交付与商业闭环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1783080"/>
            <a:ext cx="86868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17830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2.5小时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194560"/>
            <a:ext cx="237744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学习体验设计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信任交付的关键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商业变现路径设计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教学方法：多元互动 + 实战演练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463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深度剖析20+成功与失败案例，从真实商业场景中提炼方法论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91440" cy="1463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工具演练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现场练习12个核心工具，确保学员掌握实际操作技能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80360"/>
            <a:ext cx="91440" cy="14630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4-6人小组深度研讨，针对性解决每位学员的具体问题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1463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880360"/>
            <a:ext cx="91440" cy="1463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带着问题来，带着方案走，现场产出可执行的行动计划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学习氛围：开放、务实、互助 - 不讲空话，只给干货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教学材料：全套学习资源包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课程核心内容、模型框架、关键知识点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5156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28016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234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随堂练习、作业模版、自我评估工具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05156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28016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1234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12个核心工具，即学即用的操作表单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9748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2608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20+深度剖析的商业讲师成长案例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69748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292608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课程设计模板、商业计划参考、资源清单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2697480"/>
            <a:ext cx="265176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9400" y="292608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认证证书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完成课程后颁发认证班结业证书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所有材料仅限学员内部使用，请勿外传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课程版本信息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《商业讲师信任护城河》V1.0    |    2024年首发    |    版权所有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版权保护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本课程内容受中华人民共和国著作权法保护，未经授权任何单位和个人不得擅自复制、传播、改编或商业使用。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授权范围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正式学员获得课程内容的个人学习使用权，不得向第三方转让或用于商业目的。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商标声明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"商业讲师信任护城河"为注册商标，课程相关名称、标识、设计等均受法律保护。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保密承诺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学员手册、练习册、工具表单等学习资料仅限内部使用，请勿对外传播。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商业讲师认证班系列课程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8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商业讲师信任护城河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381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流量带来关注，信任带来托付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咨询报名：课程顾问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2026-08-02T00:59:45Z</dcterms:created>
  <dcterms:modified xsi:type="dcterms:W3CDTF">2026-08-02T00:59:45Z</dcterms:modified>
</cp:coreProperties>
</file>