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AI与人才发展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从胜任力模型到"AI+人"能力模型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2026年课程 · AI时代系列课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2026-05-25T15:38:17Z</dcterms:created>
  <dcterms:modified xsi:type="dcterms:W3CDTF">2026-05-25T15:38:17Z</dcterms:modified>
</cp:coreProperties>
</file>