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衡量标准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关键问题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如果这个孩子五年后回头看这次选择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会不会觉得这是一个基于他自己真实情况做出的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经得起时间检验的判断？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20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如果这个标准能过：转介绍不转介绍，好评写不写，跟判断本身的质量没关系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2026-08-02T07:18:36Z</dcterms:created>
  <dcterms:modified xsi:type="dcterms:W3CDTF">2026-08-02T07:18:36Z</dcterms:modified>
</cp:coreProperties>
</file>