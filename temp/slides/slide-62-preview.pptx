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第八章：志愿表的真正意义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志愿表是孩子第一次为自己做正式决定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过程本身的价值比最后填了哪个专业更重要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9008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真正参与过的孩子，会把选择当成自己的来认领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单独跟孩子聊，是唯一没法被工具替代的环节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2026-08-02T07:26:08Z</dcterms:created>
  <dcterms:modified xsi:type="dcterms:W3CDTF">2026-08-02T07:26:08Z</dcterms:modified>
</cp:coreProperties>
</file>