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8B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倒推路径图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6858000" y="320040"/>
            <a:ext cx="1828800" cy="365760"/>
          </a:xfrm>
          <a:prstGeom prst="roundRect">
            <a:avLst>
              <a:gd name="adj" fmla="val 25000"/>
            </a:avLst>
          </a:prstGeom>
          <a:solidFill>
            <a:srgbClr val="C41E3A"/>
          </a:solidFill>
          <a:ln/>
        </p:spPr>
      </p:sp>
      <p:sp>
        <p:nvSpPr>
          <p:cNvPr id="4" name="Text 2"/>
          <p:cNvSpPr/>
          <p:nvPr/>
        </p:nvSpPr>
        <p:spPr>
          <a:xfrm>
            <a:off x="6858000" y="32004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← 倒推方向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3657600" y="1005840"/>
            <a:ext cx="3200400" cy="731520"/>
          </a:xfrm>
          <a:prstGeom prst="roundRect">
            <a:avLst>
              <a:gd name="adj" fmla="val 12500"/>
            </a:avLst>
          </a:prstGeom>
          <a:solidFill>
            <a:srgbClr val="C41E3A"/>
          </a:solidFill>
          <a:ln/>
        </p:spPr>
      </p:sp>
      <p:sp>
        <p:nvSpPr>
          <p:cNvPr id="6" name="Text 4"/>
          <p:cNvSpPr/>
          <p:nvPr/>
        </p:nvSpPr>
        <p:spPr>
          <a:xfrm>
            <a:off x="3657600" y="1005840"/>
            <a:ext cx="3200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十年后想过什么日子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3657600" y="1737360"/>
            <a:ext cx="3200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↓</a:t>
            </a:r>
            <a:endParaRPr lang="en-US" sz="2800" dirty="0"/>
          </a:p>
        </p:txBody>
      </p:sp>
      <p:sp>
        <p:nvSpPr>
          <p:cNvPr id="8" name="Shape 6"/>
          <p:cNvSpPr/>
          <p:nvPr/>
        </p:nvSpPr>
        <p:spPr>
          <a:xfrm>
            <a:off x="3657600" y="2194560"/>
            <a:ext cx="3200400" cy="731520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25400">
            <a:solidFill>
              <a:srgbClr val="C41E3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657600" y="219456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8B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工作领域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3657600" y="256032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（数据分析/工业设计/系统整理类管理岗位）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3657600" y="2926080"/>
            <a:ext cx="3200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↓</a:t>
            </a:r>
            <a:endParaRPr lang="en-US" sz="2800" dirty="0"/>
          </a:p>
        </p:txBody>
      </p:sp>
      <p:sp>
        <p:nvSpPr>
          <p:cNvPr id="12" name="Shape 10"/>
          <p:cNvSpPr/>
          <p:nvPr/>
        </p:nvSpPr>
        <p:spPr>
          <a:xfrm>
            <a:off x="3657600" y="3383280"/>
            <a:ext cx="3200400" cy="731520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25400">
            <a:solidFill>
              <a:srgbClr val="C41E3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657600" y="3383280"/>
            <a:ext cx="3200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8B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专业方向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3657600" y="4114800"/>
            <a:ext cx="3200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↓</a:t>
            </a:r>
            <a:endParaRPr lang="en-US" sz="2800" dirty="0"/>
          </a:p>
        </p:txBody>
      </p:sp>
      <p:sp>
        <p:nvSpPr>
          <p:cNvPr id="15" name="Shape 13"/>
          <p:cNvSpPr/>
          <p:nvPr/>
        </p:nvSpPr>
        <p:spPr>
          <a:xfrm>
            <a:off x="3657600" y="4572000"/>
            <a:ext cx="3200400" cy="731520"/>
          </a:xfrm>
          <a:prstGeom prst="roundRect">
            <a:avLst>
              <a:gd name="adj" fmla="val 12500"/>
            </a:avLst>
          </a:prstGeom>
          <a:solidFill>
            <a:srgbClr val="999999"/>
          </a:solidFill>
          <a:ln/>
        </p:spPr>
      </p:sp>
      <p:sp>
        <p:nvSpPr>
          <p:cNvPr id="16" name="Text 14"/>
          <p:cNvSpPr/>
          <p:nvPr/>
        </p:nvSpPr>
        <p:spPr>
          <a:xfrm>
            <a:off x="3657600" y="4572000"/>
            <a:ext cx="3200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8B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分数能够到的学校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457200" y="1005840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正向推演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822960" y="1463040"/>
            <a:ext cx="1828800" cy="502920"/>
          </a:xfrm>
          <a:prstGeom prst="roundRect">
            <a:avLst>
              <a:gd name="adj" fmla="val 14545"/>
            </a:avLst>
          </a:prstGeom>
          <a:solidFill>
            <a:srgbClr val="999999"/>
          </a:solidFill>
          <a:ln/>
        </p:spPr>
      </p:sp>
      <p:sp>
        <p:nvSpPr>
          <p:cNvPr id="19" name="Text 17"/>
          <p:cNvSpPr/>
          <p:nvPr/>
        </p:nvSpPr>
        <p:spPr>
          <a:xfrm>
            <a:off x="822960" y="1463040"/>
            <a:ext cx="1828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8B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分数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822960" y="196596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↓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822960" y="2286000"/>
            <a:ext cx="1828800" cy="502920"/>
          </a:xfrm>
          <a:prstGeom prst="roundRect">
            <a:avLst>
              <a:gd name="adj" fmla="val 14545"/>
            </a:avLst>
          </a:prstGeom>
          <a:solidFill>
            <a:srgbClr val="999999"/>
          </a:solidFill>
          <a:ln/>
        </p:spPr>
      </p:sp>
      <p:sp>
        <p:nvSpPr>
          <p:cNvPr id="22" name="Text 20"/>
          <p:cNvSpPr/>
          <p:nvPr/>
        </p:nvSpPr>
        <p:spPr>
          <a:xfrm>
            <a:off x="822960" y="2286000"/>
            <a:ext cx="1828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8B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学校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822960" y="278892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↓</a:t>
            </a:r>
            <a:endParaRPr lang="en-US" sz="1400" dirty="0"/>
          </a:p>
        </p:txBody>
      </p:sp>
      <p:sp>
        <p:nvSpPr>
          <p:cNvPr id="24" name="Shape 22"/>
          <p:cNvSpPr/>
          <p:nvPr/>
        </p:nvSpPr>
        <p:spPr>
          <a:xfrm>
            <a:off x="822960" y="3108960"/>
            <a:ext cx="1828800" cy="502920"/>
          </a:xfrm>
          <a:prstGeom prst="roundRect">
            <a:avLst>
              <a:gd name="adj" fmla="val 14545"/>
            </a:avLst>
          </a:prstGeom>
          <a:solidFill>
            <a:srgbClr val="999999"/>
          </a:solidFill>
          <a:ln/>
        </p:spPr>
      </p:sp>
      <p:sp>
        <p:nvSpPr>
          <p:cNvPr id="25" name="Text 23"/>
          <p:cNvSpPr/>
          <p:nvPr/>
        </p:nvSpPr>
        <p:spPr>
          <a:xfrm>
            <a:off x="822960" y="3108960"/>
            <a:ext cx="1828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8B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专业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822960" y="361188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↓</a:t>
            </a:r>
            <a:endParaRPr lang="en-US" sz="1400" dirty="0"/>
          </a:p>
        </p:txBody>
      </p:sp>
      <p:sp>
        <p:nvSpPr>
          <p:cNvPr id="27" name="Shape 25"/>
          <p:cNvSpPr/>
          <p:nvPr/>
        </p:nvSpPr>
        <p:spPr>
          <a:xfrm>
            <a:off x="822960" y="3931920"/>
            <a:ext cx="1828800" cy="502920"/>
          </a:xfrm>
          <a:prstGeom prst="roundRect">
            <a:avLst>
              <a:gd name="adj" fmla="val 14545"/>
            </a:avLst>
          </a:prstGeom>
          <a:solidFill>
            <a:srgbClr val="999999"/>
          </a:solidFill>
          <a:ln/>
        </p:spPr>
      </p:sp>
      <p:sp>
        <p:nvSpPr>
          <p:cNvPr id="28" name="Text 26"/>
          <p:cNvSpPr/>
          <p:nvPr/>
        </p:nvSpPr>
        <p:spPr>
          <a:xfrm>
            <a:off x="822960" y="3931920"/>
            <a:ext cx="1828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8B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工作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3108960" y="2560320"/>
            <a:ext cx="548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C41E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VS</a:t>
            </a:r>
            <a:endParaRPr lang="en-US" sz="1600" dirty="0"/>
          </a:p>
        </p:txBody>
      </p:sp>
      <p:sp>
        <p:nvSpPr>
          <p:cNvPr id="30" name="Text 28"/>
          <p:cNvSpPr/>
          <p:nvPr/>
        </p:nvSpPr>
        <p:spPr>
          <a:xfrm>
            <a:off x="7315200" y="256032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C41E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400" dirty="0"/>
          </a:p>
        </p:txBody>
      </p:sp>
      <p:sp>
        <p:nvSpPr>
          <p:cNvPr id="31" name="Shape 29"/>
          <p:cNvSpPr/>
          <p:nvPr/>
        </p:nvSpPr>
        <p:spPr>
          <a:xfrm>
            <a:off x="457200" y="4434840"/>
            <a:ext cx="8229600" cy="502920"/>
          </a:xfrm>
          <a:prstGeom prst="roundRect">
            <a:avLst>
              <a:gd name="adj" fmla="val 18182"/>
            </a:avLst>
          </a:prstGeom>
          <a:solidFill>
            <a:srgbClr val="8B0000"/>
          </a:solidFill>
          <a:ln/>
        </p:spPr>
      </p:sp>
      <p:sp>
        <p:nvSpPr>
          <p:cNvPr id="32" name="Text 30"/>
          <p:cNvSpPr/>
          <p:nvPr/>
        </p:nvSpPr>
        <p:spPr>
          <a:xfrm>
            <a:off x="640080" y="4434840"/>
            <a:ext cx="78638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从终点往回算，答案更贴合这个人</a:t>
            </a:r>
            <a:endParaRPr lang="en-US" sz="1800" dirty="0"/>
          </a:p>
        </p:txBody>
      </p:sp>
      <p:sp>
        <p:nvSpPr>
          <p:cNvPr id="33" name="Shape 31"/>
          <p:cNvSpPr/>
          <p:nvPr/>
        </p:nvSpPr>
        <p:spPr>
          <a:xfrm>
            <a:off x="274320" y="4663440"/>
            <a:ext cx="365760" cy="365760"/>
          </a:xfrm>
          <a:prstGeom prst="ellipse">
            <a:avLst/>
          </a:prstGeom>
          <a:solidFill>
            <a:srgbClr val="C41E3A"/>
          </a:solidFill>
          <a:ln/>
        </p:spPr>
      </p:sp>
      <p:sp>
        <p:nvSpPr>
          <p:cNvPr id="34" name="Text 32"/>
          <p:cNvSpPr/>
          <p:nvPr/>
        </p:nvSpPr>
        <p:spPr>
          <a:xfrm>
            <a:off x="274320" y="46634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41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2026-08-02T07:17:52Z</dcterms:created>
  <dcterms:modified xsi:type="dcterms:W3CDTF">2026-08-02T07:17:52Z</dcterms:modified>
</cp:coreProperties>
</file>