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对确定感的偏好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先确定分数能上什么档次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给家长"事情已有进展"的掌控感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"这个人是谁"没有确定的答案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没有可以打钩确认的选项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不确定感让人本能想绕开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先做能带来即时掌控感的事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>
              <a:alpha val="1000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9319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结果：最先处理最不需要处理的部分，最后没处理最关键的部分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2026-08-02T07:15:46Z</dcterms:created>
  <dcterms:modified xsi:type="dcterms:W3CDTF">2026-08-02T07:15:46Z</dcterms:modified>
</cp:coreProperties>
</file>