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孩子答不出来的处理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365760"/>
          </a:xfrm>
          <a:prstGeom prst="roundRect">
            <a:avLst>
              <a:gd name="adj" fmla="val 25000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20240" y="9144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不要逼着给出清晰答案，换成更具体、更可感知的小问题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146304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002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什么事情你做的时候会忘记看手机？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51460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999999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514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找到心流体验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463040"/>
            <a:ext cx="2651760" cy="146304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6002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什么样的失败你能接受，什么样的完全无法接受？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29000" y="251460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999999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2514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了解风险边界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1463040"/>
            <a:ext cx="2651760" cy="146304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16002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更享受一个人琢磨一件事，还是跟一群人一起做成？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251460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999999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2514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判断工作模式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15468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154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这些问题比'十年后想过什么日子'容易得多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答案拼起来，能拼出模糊但真实的方向感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2026-08-02T07:19:10Z</dcterms:created>
  <dcterms:modified xsi:type="dcterms:W3CDTF">2026-08-02T07:19:10Z</dcterms:modified>
</cp:coreProperties>
</file>