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73152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第四章：产业判断的核心框架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14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14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产业判断问的是底层驱动力还在不在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判断一个专业/行业的前景，本质是看支撑其发展的根本逻辑是否仍然成立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203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720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三问：需求真实性、壁垒高度、周期位置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需求是真的吗？壁垒够高吗？现在处于什么发展阶段？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261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用招聘网站JD跟踪真实变化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招聘信息比任何报告都更实时地反映市场需求和技能变迁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7320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732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47320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承认判断可能错，持续更新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判断是概率不是预言，需要定期复核和修正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741164"/>
            <a:ext cx="8412480" cy="36576"/>
          </a:xfrm>
          <a:prstGeom prst="rect">
            <a:avLst/>
          </a:prstGeom>
          <a:solidFill>
            <a:srgbClr val="C41E3A">
              <a:alpha val="30000"/>
            </a:srgbClr>
          </a:solidFill>
          <a:ln w="12700">
            <a:solidFill>
              <a:srgbClr val="C41E3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2026-08-02T07:15:00Z</dcterms:created>
  <dcterms:modified xsi:type="dcterms:W3CDTF">2026-08-02T07:15:00Z</dcterms:modified>
</cp:coreProperties>
</file>