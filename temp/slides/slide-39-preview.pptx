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19456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" cy="2194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大多数人是从'我现在能报什么'往前想，真正管用的是从'十年后我想过什么样的日子'往回算——这两个方向算出来的答案，经常是反的。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方向错了，答案再漂亮也没用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2026-08-02T07:17:01Z</dcterms:created>
  <dcterms:modified xsi:type="dcterms:W3CDTF">2026-08-02T07:17:01Z</dcterms:modified>
</cp:coreProperties>
</file>