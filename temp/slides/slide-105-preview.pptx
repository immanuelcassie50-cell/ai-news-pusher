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经验积累 vs 套路熟练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97764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3977640" cy="73152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80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经验丰富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每次遇到新的人，都还愿意重新从"你是谁"问起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828800" y="3200400"/>
            <a:ext cx="457200" cy="45720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709160" y="1051560"/>
            <a:ext cx="397764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051560"/>
            <a:ext cx="3977640" cy="73152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1280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套路熟练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892040" y="182880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用同一套冲稳保比例模板套所有学生，技术上不会出错，但没有回答任何一个关于这个具体的人的问题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80760" y="3200400"/>
            <a:ext cx="457200" cy="457200"/>
          </a:xfrm>
          <a:prstGeom prst="ellipse">
            <a:avLst/>
          </a:prstGeom>
          <a:solidFill>
            <a:srgbClr val="999999"/>
          </a:solidFill>
          <a:ln/>
        </p:spPr>
      </p:sp>
      <p:sp>
        <p:nvSpPr>
          <p:cNvPr id="15" name="Text 13"/>
          <p:cNvSpPr/>
          <p:nvPr/>
        </p:nvSpPr>
        <p:spPr>
          <a:xfrm>
            <a:off x="608076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57200" y="402336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333333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02336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客户未必能一眼看出差别，但时间长了一定能感受到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743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2026-08-02T07:16:42Z</dcterms:created>
  <dcterms:modified xsi:type="dcterms:W3CDTF">2026-08-02T07:16:42Z</dcterms:modified>
</cp:coreProperties>
</file>