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案例证伪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案例是用来证伪的，不是用来炫耀的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042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主动留被追问空间，反而建立扎实信任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2724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坦诚讲述带瑕疵的案例，比完美故事更可信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5020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案例要真正支撑判断，不是装饰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讲案例不是为了证明我很厉害，是为了让对面的人有机会推翻我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