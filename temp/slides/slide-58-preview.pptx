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第一次为自己做主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第八章：志愿表的真正意义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8B000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这张表填完，很多家长觉得事情结束了，其实对这个孩子来说，这可能是他人生里第一次，一个正式的、有后果的决定，是从他自己嘴里说出来的。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志愿表背后真正发生的：十七八岁的人第一次在没有标准答案的情况下为自己未来做选择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2026-08-02T07:24:44Z</dcterms:created>
  <dcterms:modified xsi:type="dcterms:W3CDTF">2026-08-02T07:24:44Z</dcterms:modified>
</cp:coreProperties>
</file>