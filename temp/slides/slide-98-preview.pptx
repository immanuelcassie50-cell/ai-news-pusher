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职业不会消失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91440" cy="2926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这个问题问错了方向——不是这个职业还能不能干下去，是只会做AI也能做的那部分工作的人，还能不能干下去；这两个问题的答案，完全不一样。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2743200" cy="27432"/>
          </a:xfrm>
          <a:prstGeom prst="rect">
            <a:avLst/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2026-08-02T07:16:55Z</dcterms:created>
  <dcterms:modified xsi:type="dcterms:W3CDTF">2026-08-02T07:16:55Z</dcterms:modified>
</cp:coreProperties>
</file>