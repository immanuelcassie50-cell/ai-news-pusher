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最大的风险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91440" cy="29260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41E3A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7132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选错专业，是这个孩子人生里会经历的一次挫折；替他做了选择，是拿走了他本该拥有的一次自己承担后果的机会，这件事的代价，很多年后才会显出来。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2026-08-02T07:19:10Z</dcterms:created>
  <dcterms:modified xsi:type="dcterms:W3CDTF">2026-08-02T07:19:10Z</dcterms:modified>
</cp:coreProperties>
</file>