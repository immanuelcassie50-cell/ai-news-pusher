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案例：第一次自己决定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第八章：志愿表的真正意义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这是我第一次自己决定一件这么大的事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女生填完志愿表，走的时候回头说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以前上什么补习班、报什么兴趣班，都是我妈决定的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后来考上自己选的方向 — 不是最热门也不是分数用得最满的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每次遇到难的课程想放弃时，会想起自己是怎么选的这个专业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9592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86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"这是我自己的选择"让她比同学多一点点撑下去的理由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2026-08-02T07:26:07Z</dcterms:created>
  <dcterms:modified xsi:type="dcterms:W3CDTF">2026-08-02T07:26:07Z</dcterms:modified>
</cp:coreProperties>
</file>