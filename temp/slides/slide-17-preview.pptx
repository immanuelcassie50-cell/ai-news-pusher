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可得性偏差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人在判断时，优先使用最容易获取、最摆在眼前的信息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C41E3A">
              <a:alpha val="8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容易获取的信息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不需要花时间理解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8B0000">
              <a:alpha val="800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重要的信息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人是谁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需要花时间聊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聊出来还未必有用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结果：最先处理最不需要处理的部分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2026-08-02T07:13:38Z</dcterms:created>
  <dcterms:modified xsi:type="dcterms:W3CDTF">2026-08-02T07:13:38Z</dcterms:modified>
</cp:coreProperties>
</file>