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73152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案例：说"我都行"的女生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母亲把成绩单甩在桌上："先看分数，能报什么档次"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问女儿有没有特别想学的，女儿小声说"我都行"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"都行"两个字说明：她觉得自己不能有想法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后来单独聊，母亲没在场——她其实一直对心理学感兴趣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31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只是家里觉得"毕业不好找工作"，她不敢提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8B0000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启示：不敢有想法的孩子背后，是不敢支持的家长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2026-08-02T07:13:38Z</dcterms:created>
  <dcterms:modified xsi:type="dcterms:W3CDTF">2026-08-02T07:13:38Z</dcterms:modified>
</cp:coreProperties>
</file>