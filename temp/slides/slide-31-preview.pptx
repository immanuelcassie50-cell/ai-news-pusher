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108960"/>
          </a:xfrm>
          <a:prstGeom prst="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70432"/>
            <a:ext cx="91440" cy="3035808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专业介绍讲的是这个专业现在是什么样，产业判断讲的是四年后这个孩子毕业时，这个行业会变成什么样——这中间隔着四年，很多行业四年就能变一次样。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809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3657600" y="3931920"/>
            <a:ext cx="18288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2026-08-02T07:14:11Z</dcterms:created>
  <dcterms:modified xsi:type="dcterms:W3CDTF">2026-08-02T07:14:11Z</dcterms:modified>
</cp:coreProperties>
</file>