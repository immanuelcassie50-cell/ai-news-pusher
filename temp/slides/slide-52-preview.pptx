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00"/>
          </a:xfrm>
          <a:prstGeom prst="rect">
            <a:avLst>
              <a:gd name="adj" fmla="val 50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“冲窝保不是三个装满学校的抽屉，是一个人对‘我愿意承担多大风险去换多大的可能性’这句话的翻译。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260604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纯数学陷阱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大部分教程把冲稳保讲成比例、级差、调剂的纯数学问题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60604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3429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与人脱钩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只停在这一层，冲稳保就变成了跟具体的人完全脱钩的公式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260604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429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如果最后掉到保底档，能不能接受？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2026-08-02T07:14:46Z</dcterms:created>
  <dcterms:modified xsi:type="dcterms:W3CDTF">2026-08-02T07:14:46Z</dcterms:modified>
</cp:coreProperties>
</file>