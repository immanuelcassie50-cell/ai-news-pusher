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C41E3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33333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第十五章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新手到专家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那道坎，十年都没跨过去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27432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2026-08-02T07:15:43Z</dcterms:created>
  <dcterms:modified xsi:type="dcterms:W3CDTF">2026-08-02T07:15:43Z</dcterms:modified>
</cp:coreProperties>
</file>