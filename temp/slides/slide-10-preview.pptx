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7315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80160"/>
            <a:ext cx="109728" cy="2743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41E3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语法学得再熟，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也写不出一篇好文章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41E3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方法论再熟练，也替代不了对"人"的理解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438912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2026-08-02T07:20:01Z</dcterms:created>
  <dcterms:modified xsi:type="dcterms:W3CDTF">2026-08-02T07:20:01Z</dcterms:modified>
</cp:coreProperties>
</file>