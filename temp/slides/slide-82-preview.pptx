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C41E3A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4114800" y="1828800"/>
            <a:ext cx="73152" cy="22860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2194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关于干活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临场问题处理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客户反悔 · 没把握时 · 不合理诉求 · 时间紧张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2026-08-02T07:19:39Z</dcterms:created>
  <dcterms:modified xsi:type="dcterms:W3CDTF">2026-08-02T07:19:39Z</dcterms:modified>
</cp:coreProperties>
</file>