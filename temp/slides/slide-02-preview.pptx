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这门课适合谁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01168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71600"/>
            <a:ext cx="26517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17320" y="1554480"/>
            <a:ext cx="731520" cy="73152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7" name="Text 5"/>
          <p:cNvSpPr/>
          <p:nvPr/>
        </p:nvSpPr>
        <p:spPr>
          <a:xfrm>
            <a:off x="1417320" y="15544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94360" y="24231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高考志愿填报从业者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28803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希望提升专业能力与咨询质量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371600"/>
            <a:ext cx="26517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51960" y="1554480"/>
            <a:ext cx="731520" cy="73152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4251960" y="15544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429000" y="24231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学生和家长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29000" y="28803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想深入理解选专业逻辑与决策框架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1371600"/>
            <a:ext cx="26517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086600" y="1554480"/>
            <a:ext cx="731520" cy="73152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7086600" y="15544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263640" y="24231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转型探索者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63640" y="28803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希望转型做志愿填报咨询的人士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3566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核心价值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57200" y="4023360"/>
            <a:ext cx="54864" cy="4572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40233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68680" y="40233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建立"先人后分"的正确顺序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91840" y="4023360"/>
            <a:ext cx="54864" cy="4572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5" name="Text 23"/>
          <p:cNvSpPr/>
          <p:nvPr/>
        </p:nvSpPr>
        <p:spPr>
          <a:xfrm>
            <a:off x="3429000" y="40233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703320" y="40233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掌握信息过滤与产业判断方法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126480" y="4023360"/>
            <a:ext cx="54864" cy="4572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8" name="Text 26"/>
          <p:cNvSpPr/>
          <p:nvPr/>
        </p:nvSpPr>
        <p:spPr>
          <a:xfrm>
            <a:off x="6263640" y="40233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537960" y="40233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学会风险偏好翻译与冲突处理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74320" y="4663440"/>
            <a:ext cx="320040" cy="3200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31" name="Text 29"/>
          <p:cNvSpPr/>
          <p:nvPr/>
        </p:nvSpPr>
        <p:spPr>
          <a:xfrm>
            <a:off x="27432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2026-08-02T07:11:14Z</dcterms:created>
  <dcterms:modified xsi:type="dcterms:W3CDTF">2026-08-02T07:11:14Z</dcterms:modified>
</cp:coreProperties>
</file>