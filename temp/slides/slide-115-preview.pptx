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96012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下次服务，先问"人"再问"分"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173736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3444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用三问过滤法处理信息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251460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444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留空间让孩子自己说出最后那句话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329184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案例用来证伪，不用来炫耀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4069080"/>
            <a:ext cx="7635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34440" y="4069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把信息、判断力、产业认知打磨扎实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2026-08-02T07:15:44Z</dcterms:created>
  <dcterms:modified xsi:type="dcterms:W3CDTF">2026-08-02T07:15:44Z</dcterms:modified>
</cp:coreProperties>
</file>