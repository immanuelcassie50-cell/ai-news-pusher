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333333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职业心态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替人做决定的风险与口碑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13716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2026-08-02T07:19:09Z</dcterms:created>
  <dcterms:modified xsi:type="dcterms:W3CDTF">2026-08-02T07:19:09Z</dcterms:modified>
</cp:coreProperties>
</file>