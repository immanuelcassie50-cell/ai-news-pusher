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三问确定风险偏好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188720"/>
          </a:xfrm>
          <a:prstGeom prst="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348740"/>
            <a:ext cx="502920" cy="5029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487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114300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如果最后掉到保底档，能不能接受？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60020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接受到什么程度？“有点遗憾”还是“会觉得四年过得憋屈”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8229600" cy="1188720"/>
          </a:xfrm>
          <a:prstGeom prst="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720340"/>
            <a:ext cx="502920" cy="5029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7203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71600" y="251460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如果冲的学校录到了完全不喜欢的调剂专业，愿不愿意？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297180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还是宁可去稳一点但专业更合适的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749040"/>
            <a:ext cx="8229600" cy="1188720"/>
          </a:xfrm>
          <a:prstGeom prst="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4091940"/>
            <a:ext cx="502920" cy="5029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0919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371600" y="388620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家里对复读的真实态度是什么？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434340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很多家长嘴上说“大不了复读”，但真到那时候未必撑得住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572000"/>
            <a:ext cx="8229600" cy="411480"/>
          </a:xfrm>
          <a:prstGeom prst="rect">
            <a:avLst>
              <a:gd name="adj" fmla="val 17778"/>
            </a:avLst>
          </a:prstGeom>
          <a:solidFill>
            <a:srgbClr val="999999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5720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三个问题没有标准答案，关键是帮学生和家长期真实的答案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4663440"/>
            <a:ext cx="320040" cy="3200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2026-08-02T07:15:45Z</dcterms:created>
  <dcterms:modified xsi:type="dcterms:W3CDTF">2026-08-02T07:15:45Z</dcterms:modified>
</cp:coreProperties>
</file>