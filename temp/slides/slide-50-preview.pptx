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协作与沟通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风险偏好翻译与冲突处理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4206240"/>
            <a:ext cx="27432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2026-08-02T07:13:02Z</dcterms:created>
  <dcterms:modified xsi:type="dcterms:W3CDTF">2026-08-02T07:13:02Z</dcterms:modified>
</cp:coreProperties>
</file>