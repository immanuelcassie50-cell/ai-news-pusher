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让孩子真正参与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第八章：志愿表的真正意义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1234440"/>
            <a:ext cx="822960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1344168"/>
            <a:ext cx="457200" cy="45720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34416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280160" y="1234440"/>
            <a:ext cx="72237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单独跟孩子聊一段时间，家长不在场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57200" y="2011680"/>
            <a:ext cx="822960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6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40080" y="2121408"/>
            <a:ext cx="457200" cy="45720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212140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280160" y="2011680"/>
            <a:ext cx="72237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孩子更容易说真话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457200" y="2788920"/>
            <a:ext cx="822960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6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40080" y="2898648"/>
            <a:ext cx="457200" cy="45720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289864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280160" y="2788920"/>
            <a:ext cx="72237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这个环节比任何一次冲稳保的计算都重要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457200" y="3566160"/>
            <a:ext cx="822960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6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40080" y="3675888"/>
            <a:ext cx="457200" cy="45720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18" name="Text 16"/>
          <p:cNvSpPr/>
          <p:nvPr/>
        </p:nvSpPr>
        <p:spPr>
          <a:xfrm>
            <a:off x="640080" y="367588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280160" y="3566160"/>
            <a:ext cx="72237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虽然它不出现在交付的表格里，但它是唯一没办法被工具替代的部分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457200" y="4343400"/>
            <a:ext cx="8229600" cy="594360"/>
          </a:xfrm>
          <a:prstGeom prst="roundRect">
            <a:avLst>
              <a:gd name="adj" fmla="val 12308"/>
            </a:avLst>
          </a:prstGeom>
          <a:solidFill>
            <a:srgbClr val="8B0000"/>
          </a:solidFill>
          <a:ln/>
        </p:spPr>
      </p:sp>
      <p:sp>
        <p:nvSpPr>
          <p:cNvPr id="21" name="Text 19"/>
          <p:cNvSpPr/>
          <p:nvPr/>
        </p:nvSpPr>
        <p:spPr>
          <a:xfrm>
            <a:off x="457200" y="434340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真正有价值的时刻：孩子真正被问过“你是谁”“你想要什么”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274320" y="4663440"/>
            <a:ext cx="329184" cy="329184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23" name="Text 21"/>
          <p:cNvSpPr/>
          <p:nvPr/>
        </p:nvSpPr>
        <p:spPr>
          <a:xfrm>
            <a:off x="274320" y="4663440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2026-08-02T07:25:15Z</dcterms:created>
  <dcterms:modified xsi:type="dcterms:W3CDTF">2026-08-02T07:25:15Z</dcterms:modified>
</cp:coreProperties>
</file>