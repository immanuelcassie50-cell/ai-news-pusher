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招聘网站JD分析法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通过追踪招聘需求变化，判断行业趋势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" y="1737360"/>
            <a:ext cx="36576" cy="2286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280160"/>
            <a:ext cx="768096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05840" y="1280160"/>
            <a:ext cx="54864" cy="5486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1280160"/>
            <a:ext cx="7269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每年花时间看几个具体行业的招聘网站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" y="2423160"/>
            <a:ext cx="36576" cy="2286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5840" y="1965960"/>
            <a:ext cx="768096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1965960"/>
            <a:ext cx="54864" cy="5486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1965960"/>
            <a:ext cx="7269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看真实岗位的JD在这三年里怎么变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" y="3108960"/>
            <a:ext cx="36576" cy="2286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5840" y="2651760"/>
            <a:ext cx="768096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05840" y="2651760"/>
            <a:ext cx="54864" cy="5486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1234440" y="2651760"/>
            <a:ext cx="7269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要求变严了还是变松了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34290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1792" y="3794760"/>
            <a:ext cx="36576" cy="2286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6" name="Shape 24"/>
          <p:cNvSpPr/>
          <p:nvPr/>
        </p:nvSpPr>
        <p:spPr>
          <a:xfrm>
            <a:off x="1005840" y="3337560"/>
            <a:ext cx="768096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05840" y="3337560"/>
            <a:ext cx="54864" cy="5486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1234440" y="3337560"/>
            <a:ext cx="7269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薪资中位数在涨还是在跌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200" y="41148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21792" y="4480560"/>
            <a:ext cx="36576" cy="2286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2" name="Shape 30"/>
          <p:cNvSpPr/>
          <p:nvPr/>
        </p:nvSpPr>
        <p:spPr>
          <a:xfrm>
            <a:off x="1005840" y="4023360"/>
            <a:ext cx="768096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05840" y="4023360"/>
            <a:ext cx="54864" cy="5486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1234440" y="4023360"/>
            <a:ext cx="7269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岗位数量在增还是在减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57200" y="480060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800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005840" y="4709160"/>
            <a:ext cx="7680960" cy="548640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005840" y="4709160"/>
            <a:ext cx="54864" cy="5486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1234440" y="4709160"/>
            <a:ext cx="7269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五年前入行的人现在在干什么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65760" y="4572000"/>
            <a:ext cx="8046720" cy="411480"/>
          </a:xfrm>
          <a:prstGeom prst="rect">
            <a:avLst>
              <a:gd name="adj" fmla="val 17778"/>
            </a:avLst>
          </a:prstGeom>
          <a:solidFill>
            <a:srgbClr val="8B0000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45720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核心：用历史数据预判未来行业走向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3" name="Text 41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2026-08-02T07:14:11Z</dcterms:created>
  <dcterms:modified xsi:type="dcterms:W3CDTF">2026-08-02T07:14:11Z</dcterms:modified>
</cp:coreProperties>
</file>