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828800" cy="54864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031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冲稳保是语法，不是方法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语法学得再熟，也写不出一篇好文章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4389120"/>
            <a:ext cx="1371600" cy="73152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4663440"/>
            <a:ext cx="320040" cy="3200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2026-08-02T07:15:48Z</dcterms:created>
  <dcterms:modified xsi:type="dcterms:W3CDTF">2026-08-02T07:15:48Z</dcterms:modified>
</cp:coreProperties>
</file>