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口碑是副产品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41E3A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你要是天天想着怎么攒口碑、怎么让家长转介绍，反而攒不出来；把每一次判断做扎实了，口碑是自己长出来的，不是求来的。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77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核心洞察：口碑是服务扎实之后自然生长的结果，而非刻意追求的目标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2026-08-02T07:18:36Z</dcterms:created>
  <dcterms:modified xsi:type="dcterms:W3CDTF">2026-08-02T07:18:36Z</dcterms:modified>
</cp:coreProperties>
</file>