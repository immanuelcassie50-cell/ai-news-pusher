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课前准备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两天后，你将带走什么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数字员工蓝图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你的岗位数字员工规划图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1887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2个以上的专属Skill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用真实数据跑过两轮迭代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知识库资产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业务经验的沉淀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团队部署计划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749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30天具体行动清单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进教室之前，先想清楚一件事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你已经用过AI工具，但每次还是要手动很多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换个场景又得重新来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好不容易整出来的东西，只有你会用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这不是你不会用，是你把AI当成了偶尔找来的兼职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兼职和正式员工的区别：角色、规则和系统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 vs 正式员工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每次重新交代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9728" cy="109728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输出格式不稳定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9728" cy="109728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遇到新情况就慌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靠感觉判断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正式员工AI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109728" cy="109728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角色清晰，按规则执行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331720"/>
            <a:ext cx="109728" cy="109728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固定模板，稳定交付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109728" cy="109728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知识库支撑，有据可查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520440"/>
            <a:ext cx="109728" cy="109728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凭规则判断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课前必须完成的准备工作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第一项：真实工作记录（5-8条）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覆盖2个不同业务场景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每条包含：任务、处理方式、判断依据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需要脱敏处理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第二项：业务相关文档（10-15份）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SOP、话术模板、历史案例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103120"/>
            <a:ext cx="91440" cy="914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数据报告、培训材料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606040"/>
            <a:ext cx="91440" cy="914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不需要完美，原始格式也行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真实工作记录示例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" cy="5029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太简略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处理了一个客户投诉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B91C1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1371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可用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客户反馈订单延迟3天...按照公司标准给了200元优惠券，并承诺下次订单优先出库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后者包含：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触发条件：供应链原因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行动规则：标准补偿金额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附加处理：系统备注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业务文档收集清单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文档类型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政策手册/SOP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规则依据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话术模板/FAQ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知识库素材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历史处理案例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案例库（脱敏）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数据报告模板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输出格式参考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课前准备自查清单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真实工作记录5-8条（已脱敏）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业务文档10-15份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已安装/登录课程AI平台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对岗位有2个想攻坚的高频场景有想法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两天课程总览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第一天：设计与构建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上午：重新认识数字员工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下午：萃取经验、搭建Skill、建立知识库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914400"/>
            <a:ext cx="39319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第二天：验证与系统化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64592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上午：真实验收、配置定时任务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下午：从个人工具到组织资产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2286000"/>
            <a:ext cx="2743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B91C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第一天下午选定的业务场景，会贯穿你接下来所有的练习。两天结束，你会发现自己的产出是一条完整的链路，而不是几个独立的练习。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 Preview Test</dc:title>
  <dc:subject>PptxGenJS Presentation</dc:subject>
  <dc:creator>Claude</dc:creator>
  <cp:lastModifiedBy>Claude</cp:lastModifiedBy>
  <cp:revision>1</cp:revision>
  <dcterms:created xsi:type="dcterms:W3CDTF">2026-05-19T04:54:10Z</dcterms:created>
  <dcterms:modified xsi:type="dcterms:W3CDTF">2026-05-19T04:54:10Z</dcterms:modified>
</cp:coreProperties>
</file>