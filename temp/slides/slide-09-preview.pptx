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案例：那位爸爸的梯度表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99339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爸爸在某小程序上排的梯度表：冲8所、稳6所、保4所，颜色分了三档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54203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他问：我这个表基本没问题吧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09067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我问他儿子想学什么，他愣住了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63931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孩子喜欢策略类游戏的资源调度和数值平衡，论坛写过策略分析帖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18795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前八个冲的专业全是热门商科和计算机，没有一个跟孩子思维方式沾边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排表从来不是难的部分，难的是排表之前那道题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2026-08-02T07:19:10Z</dcterms:created>
  <dcterms:modified xsi:type="dcterms:W3CDTF">2026-08-02T07:19:10Z</dcterms:modified>
</cp:coreProperties>
</file>