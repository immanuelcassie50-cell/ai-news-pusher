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行业退化现象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8B0000">
              <a:alpha val="8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工具接管冲稳保后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服务内容退化为"人工核对工具输出"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聊天环节被压缩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5146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聊天不产出看得见的交付物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客户用表格衡量服务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3832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"表格排得对不对"成了服务好不好的标准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8B0000">
              <a:alpha val="8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最容易被替代的部分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2519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这恰恰是最容易被工具替代的部分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638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C41E3A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排表从来不是难的部分，难的是排表之前那道题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2026-08-02T07:20:01Z</dcterms:created>
  <dcterms:modified xsi:type="dcterms:W3CDTF">2026-08-02T07:20:01Z</dcterms:modified>
</cp:coreProperties>
</file>