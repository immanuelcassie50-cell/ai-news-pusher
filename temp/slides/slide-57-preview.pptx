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194560"/>
            <a:ext cx="2011680" cy="2743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志愿表的真正意义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第一次为自己做主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0" y="548640"/>
            <a:ext cx="1188720" cy="1188720"/>
          </a:xfrm>
          <a:prstGeom prst="ellipse">
            <a:avLst/>
          </a:prstGeom>
          <a:solidFill>
            <a:srgbClr val="C41E3A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955280" y="1554480"/>
            <a:ext cx="640080" cy="640080"/>
          </a:xfrm>
          <a:prstGeom prst="ellipse">
            <a:avLst/>
          </a:prstGeom>
          <a:solidFill>
            <a:srgbClr val="333333">
              <a:alpha val="5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4389120"/>
            <a:ext cx="2743200" cy="36576"/>
          </a:xfrm>
          <a:prstGeom prst="rect">
            <a:avLst/>
          </a:prstGeom>
          <a:solidFill>
            <a:srgbClr val="999999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4663440"/>
            <a:ext cx="329184" cy="32918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2026-08-02T07:26:07Z</dcterms:created>
  <dcterms:modified xsi:type="dcterms:W3CDTF">2026-08-02T07:26:07Z</dcterms:modified>
</cp:coreProperties>
</file>