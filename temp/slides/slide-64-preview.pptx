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0" y="2926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7315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463040"/>
            <a:ext cx="109728" cy="2377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645920"/>
            <a:ext cx="6675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说服是我告诉你我是对的，你听我的；这份工作里真正管用的，是把你看不到的那部分信息摆出来，让你自己得出跟我一样的结论。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0" y="4206240"/>
            <a:ext cx="2743200" cy="274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2026-08-02T07:13:38Z</dcterms:created>
  <dcterms:modified xsi:type="dcterms:W3CDTF">2026-08-02T07:13:38Z</dcterms:modified>
</cp:coreProperties>
</file>