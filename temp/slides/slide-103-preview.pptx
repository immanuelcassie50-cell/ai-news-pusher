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926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新手觉得自己的成长，是学会更多的知识点、记住更多的政策细节；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真正的成长，是从"这套方法对不对"变成"这个人到底是谁"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——这道坎，很多人干了十年也没跨过去。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42062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2026-08-02T07:19:01Z</dcterms:created>
  <dcterms:modified xsi:type="dcterms:W3CDTF">2026-08-02T07:19:01Z</dcterms:modified>
</cp:coreProperties>
</file>