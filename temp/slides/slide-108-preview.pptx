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8B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Q&amp;A</a:t>
            </a:r>
            <a:endParaRPr lang="en-US" sz="12000" dirty="0"/>
          </a:p>
        </p:txBody>
      </p:sp>
      <p:sp>
        <p:nvSpPr>
          <p:cNvPr id="3" name="Shape 1"/>
          <p:cNvSpPr/>
          <p:nvPr/>
        </p:nvSpPr>
        <p:spPr>
          <a:xfrm>
            <a:off x="3657600" y="3291840"/>
            <a:ext cx="1828800" cy="54864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566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关于职业本身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743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108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2026-08-02T07:15:37Z</dcterms:created>
  <dcterms:modified xsi:type="dcterms:W3CDTF">2026-08-02T07:15:37Z</dcterms:modified>
</cp:coreProperties>
</file>