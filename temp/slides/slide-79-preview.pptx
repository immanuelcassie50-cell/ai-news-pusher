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主动留被追问空间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不只讲结果好，把判断错的地方、犹豫过的地方、没考虑周全后来补救的地方一起讲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3560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讲判断错的地方：当时哪个地方看错了，后来怎么发现的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1284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讲犹豫过的地方：当时在几个选项之间纠结的是什么，现在看哪个判断变了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99008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讲没考虑周全的地方：后来补救的措施是什么，怎么补上的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6732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甚至主动讲一些当时没做好的地方，主动留破绽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"您可以随便问，这个案例里但凡有说不通的地方，您尽管指出来"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