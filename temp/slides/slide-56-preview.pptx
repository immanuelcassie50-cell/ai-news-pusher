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463040" cy="365760"/>
          </a:xfrm>
          <a:prstGeom prst="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145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145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55448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冲稳保是风险偏好的翻译，不是排列组合规则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6289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289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46888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同样的分数，不该有同样的答案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5433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433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38328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三问确定风险偏好，再翻译进冲稳保比例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4577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4577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429768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校验真实承受力，不只看嘴上说的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8229600" cy="457200"/>
          </a:xfrm>
          <a:prstGeom prst="rect">
            <a:avLst>
              <a:gd name="adj" fmla="val 20000"/>
            </a:avLst>
          </a:pr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理解“我愿意承担多大风险去换多大的可能性”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2026-08-02T07:14:57Z</dcterms:created>
  <dcterms:modified xsi:type="dcterms:W3CDTF">2026-08-02T07:14:57Z</dcterms:modified>
</cp:coreProperties>
</file>