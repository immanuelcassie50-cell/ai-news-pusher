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案例：那个爸爸的坚持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2588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115568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爸爸态度很强硬，第一句话：我就想问你同不同意我这个方案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508760"/>
            <a:ext cx="9144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663440" y="10058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143000"/>
            <a:ext cx="54864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32588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115568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他坚持让孩子报一个他自己年轻时向往、但现在已明显收缩的专业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286000"/>
            <a:ext cx="54864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258568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没有直接反驳，而是把这几年这个领域真实的招聘数据、薪资变化、培养方案调整情况一条条摆出来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2651760"/>
            <a:ext cx="9144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663440" y="21488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286000"/>
            <a:ext cx="54864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246888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03520" y="2258568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全程没有说"我建议你换一个"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429000"/>
            <a:ext cx="54864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61188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3401568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问他：这些信息跟您当年了解到的，是不是有点不一样了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663440" y="32918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429000"/>
            <a:ext cx="54864" cy="7315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0" y="3611880"/>
            <a:ext cx="365760" cy="36576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3401568"/>
            <a:ext cx="3200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他沉默了一分钟，说：确实，我这些年没太关注这块的变化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1691640"/>
            <a:ext cx="0" cy="45720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09160" y="1691640"/>
            <a:ext cx="0" cy="45720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2834640"/>
            <a:ext cx="0" cy="45720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2834640"/>
            <a:ext cx="0" cy="45720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434840"/>
            <a:ext cx="7680960" cy="502920"/>
          </a:xfrm>
          <a:prstGeom prst="roundRect">
            <a:avLst>
              <a:gd name="adj" fmla="val 14545"/>
            </a:avLst>
          </a:prstGeom>
          <a:solidFill>
            <a:srgbClr val="8B0000">
              <a:alpha val="9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434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关键：不反驳、不说教，用数据说话，让对方自己得出结论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2026-08-02T07:14:40Z</dcterms:created>
  <dcterms:modified xsi:type="dcterms:W3CDTF">2026-08-02T07:14:40Z</dcterms:modified>
</cp:coreProperties>
</file>