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Q&amp;A：临场反悔怎么办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7269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客户临时反悔，已经跟着聊了很久确定了方向，最后家里亲戚随口一句话，全盘推翻重来？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57400"/>
            <a:ext cx="7269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不去跟那句话较劲，而是重新回到信息本身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34440" y="271576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6060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把亲戚那句话背后的判断逻辑找出来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317296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0632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跟之前梳理的信息放在一起重新给家长看一遍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34440" y="363016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5204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有时那句话确实点出了之前没考虑到的角度，那就该调整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4087368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39776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有时纯粹是信息不对称，摆清楚，家长自己会重新回到原来的判断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回到信息本身，而不是跟情绪较劲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2026-08-02T07:19:39Z</dcterms:created>
  <dcterms:modified xsi:type="dcterms:W3CDTF">2026-08-02T07:19:39Z</dcterms:modified>
</cp:coreProperties>
</file>