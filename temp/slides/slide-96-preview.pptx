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· 口碑与转介绍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904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口碑是副产品，不是目标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追口碑会让判断悄悄走样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1363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口碑运营变目的 → 判断质量下滑 → 恶性循环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95935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真正的衡量标准：五年后孩子认不认这个判断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把每一次判断做扎实，口碑自然生长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2026-08-02T07:18:36Z</dcterms:created>
  <dcterms:modified xsi:type="dcterms:W3CDTF">2026-08-02T07:18:36Z</dcterms:modified>
</cp:coreProperties>
</file>