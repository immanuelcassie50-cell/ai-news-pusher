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模块二：协作沟通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05840"/>
            <a:ext cx="265176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2377440"/>
            <a:ext cx="17373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2026-08-02T07:15:44Z</dcterms:created>
  <dcterms:modified xsi:type="dcterms:W3CDTF">2026-08-02T07:15:44Z</dcterms:modified>
</cp:coreProperties>
</file>