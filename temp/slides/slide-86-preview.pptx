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600" kern="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替人做决定的风险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2860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3200400"/>
            <a:ext cx="2286000" cy="2286000"/>
          </a:xfrm>
          <a:prstGeom prst="ellipse">
            <a:avLst/>
          </a:prstGeom>
          <a:solidFill>
            <a:srgbClr val="8B0000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2026-08-02T07:19:09Z</dcterms:created>
  <dcterms:modified xsi:type="dcterms:W3CDTF">2026-08-02T07:19:09Z</dcterms:modified>
</cp:coreProperties>
</file>