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学习路径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46304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377440"/>
            <a:ext cx="7680960" cy="73152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377440"/>
            <a:ext cx="50292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231136"/>
            <a:ext cx="365760" cy="365760"/>
          </a:xfrm>
          <a:prstGeom prst="ellipse">
            <a:avLst/>
          </a:prstGeom>
          <a:solidFill>
            <a:srgbClr val="C41E3A"/>
          </a:solidFill>
          <a:ln w="38100">
            <a:solidFill>
              <a:srgbClr val="F5F5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16916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认知重塑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0" y="27432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50-60页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0" y="2231136"/>
            <a:ext cx="365760" cy="365760"/>
          </a:xfrm>
          <a:prstGeom prst="ellipse">
            <a:avLst/>
          </a:prstGeom>
          <a:solidFill>
            <a:srgbClr val="C41E3A"/>
          </a:solidFill>
          <a:ln w="38100">
            <a:solidFill>
              <a:srgbClr val="F5F5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94560" y="16916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协作沟通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194560" y="27432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40-50页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37760" y="2231136"/>
            <a:ext cx="365760" cy="365760"/>
          </a:xfrm>
          <a:prstGeom prst="ellipse">
            <a:avLst/>
          </a:prstGeom>
          <a:solidFill>
            <a:srgbClr val="999999"/>
          </a:solidFill>
          <a:ln w="38100">
            <a:solidFill>
              <a:srgbClr val="F5F5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16916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职业心态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389120" y="27432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30-40页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32320" y="2231136"/>
            <a:ext cx="365760" cy="365760"/>
          </a:xfrm>
          <a:prstGeom prst="ellipse">
            <a:avLst/>
          </a:prstGeom>
          <a:solidFill>
            <a:srgbClr val="999999"/>
          </a:solidFill>
          <a:ln w="38100">
            <a:solidFill>
              <a:srgbClr val="F5F5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16916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收尾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0" y="27432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8-10页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29600" y="2304288"/>
            <a:ext cx="228600" cy="146304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38328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" y="3520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模块详情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38862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51560" y="3886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认知重塑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41605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冲稳保底层逻辑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先人后分原则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14600" y="3931920"/>
            <a:ext cx="0" cy="640080"/>
          </a:xfrm>
          <a:prstGeom prst="line">
            <a:avLst/>
          </a:prstGeom>
          <a:noFill/>
          <a:ln w="12700">
            <a:solidFill>
              <a:srgbClr val="F5F5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97480" y="38862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108960" y="3886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协作沟通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697480" y="41605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风险偏好翻译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冲突处理话术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0" y="3931920"/>
            <a:ext cx="0" cy="640080"/>
          </a:xfrm>
          <a:prstGeom prst="line">
            <a:avLst/>
          </a:prstGeom>
          <a:noFill/>
          <a:ln w="12700">
            <a:solidFill>
              <a:srgbClr val="F5F5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38862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166360" y="3886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职业心态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754880" y="41605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咨询师角色定位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长期口碑建设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629400" y="3931920"/>
            <a:ext cx="0" cy="640080"/>
          </a:xfrm>
          <a:prstGeom prst="line">
            <a:avLst/>
          </a:prstGeom>
          <a:noFill/>
          <a:ln w="12700">
            <a:solidFill>
              <a:srgbClr val="F5F5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12280" y="38862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223760" y="3886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收尾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812280" y="41605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课程总结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实战建议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" y="4663440"/>
            <a:ext cx="320040" cy="3200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38" name="Text 36"/>
          <p:cNvSpPr/>
          <p:nvPr/>
        </p:nvSpPr>
        <p:spPr>
          <a:xfrm>
            <a:off x="2743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2026-08-02T07:09:52Z</dcterms:created>
  <dcterms:modified xsi:type="dcterms:W3CDTF">2026-08-02T07:09:52Z</dcterms:modified>
</cp:coreProperties>
</file>