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真正的分化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被替代的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只会算冲稳保、不做前面判断题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工作内容跟AI工具重合度最高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可被标准化的流程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384048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88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活得更好的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信息过滤能力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产业判断力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倒推规划能力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门槛被抬高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0" y="2194560"/>
            <a:ext cx="731520" cy="731520"/>
          </a:xfrm>
          <a:prstGeom prst="ellipse">
            <a:avLst/>
          </a:prstGeom>
          <a:solidFill>
            <a:srgbClr val="F5F5F5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核心分化：是否投入了只有人才能做的判断力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2026-08-02T07:16:59Z</dcterms:created>
  <dcterms:modified xsi:type="dcterms:W3CDTF">2026-08-02T07:16:59Z</dcterms:modified>
</cp:coreProperties>
</file>