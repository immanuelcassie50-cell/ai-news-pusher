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AI工具过度自信陷阱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工具给出的建议听起来越流畅、越像模像样，越要多留心眼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0594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059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737360"/>
            <a:ext cx="7178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工具不知道自己哪里可能错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05740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也不会主动说"这条建议我没把握"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72034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20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7178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工具永远用同样确定的语气输出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297180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不管信息扎不扎实，它给每条建议的语气都一样自信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7472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63474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347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566160"/>
            <a:ext cx="7178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人在判断时至少能感觉到"这块不太确定"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88620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工具目前做不到这一点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用户很难分辨哪部分可靠，哪部分只是统计规律拼凑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2026-08-02T07:11:47Z</dcterms:created>
  <dcterms:modified xsi:type="dcterms:W3CDTF">2026-08-02T07:11:47Z</dcterms:modified>
</cp:coreProperties>
</file>