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不替任何一方说话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你不是替任何一方说话的人，你是那个让两边都能听见彼此在说什么的人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拒绝直接替家长去"劝"孩子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24912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816352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249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把家长和孩子分别单独约出来聊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55264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46704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46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25526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问清楚每一方真正在担心什么、真正想要什么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85616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877056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7856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在双方都同意的情况下，找时间一起摆出来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315968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407408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07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3159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角色是翻译和主持，不是任何一方的代言人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