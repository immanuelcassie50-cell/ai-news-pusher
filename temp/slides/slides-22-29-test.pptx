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信息收集不是查数据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是替人过滤噪音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2560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“这两年信息不是不够了，是太多了，多到大部分家长已经分不清哪条是真的对他们有用的。”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8096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8B0000">
              <a:alpha val="8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稀缺的东西变了：从数据变成判断力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案例：十几页sheet的Excel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爸爸带着自己整理的Excel表格来找我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密密麻麻十几个sheet：录取线、就业率、保研率、宿舍条件、食堂评分、论坛吐槽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研究了一个多月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00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我说：</a:t>
            </a:r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你比一个月前更焦虑了，而不是更清楚了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他愣住了：你怎么知道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三重过滤法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过滤三问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 vs 具体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是“关于专业整体的判断”还是“关于这所学校具体培养方向”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这条信息是不是还成立（两年前的热门现在可能已过剩）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是招生宣传、机构广告，还是真正的从业者经验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噪音类型识别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数据噪音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统计意义上正确但对具体人无关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某专业平均薪资10万，但分布严重不均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💢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情绪噪音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极端个案、煽动性标题、故事性强但不代表分布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32004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“某专业毕业生失业送外卖”转发量很大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正确废话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听起来正确但无可操作性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2004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“选喜欢的又有前途的专业”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极端个案陷阱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“某专业毕业生失业送外卖”的故事转发量很大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问题不在真假——大概率是真的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7860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688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问题在于：这是极端样本，不是专业毕业生的真实分布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1868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用极端个案代表整体是统计学错误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85876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极端案例因为故事性强、情绪冲击大，比统计报告更容易被相信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警惕：情绪共鸣 ≠ 事实真相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信息呈现原则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8B0000">
              <a:alpha val="8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保留一定的复杂度，不简化成斩钉截铁的结论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过度简化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牺牲信息真实性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换取沟通效率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透支可信度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11680"/>
            <a:ext cx="393192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 合理呈现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宁可多花几句话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把确定的和不确定的部分分开说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让家长自己知道哪里是硬事实，哪里是合理推断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过度简化=偷懒，真正专业是接受复杂性并帮人理清它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8B00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09728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信息稀缺性已改变——判断力比数据更稀缺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9659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真正的工作量不在“找到”，在“过滤”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834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过滤三问：整体vs具体、时间戳、利益相关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7033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呈现信息要保留复杂度，不过度简化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过滤噪音是替人省时间，不是剥夺信息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2026-08-02T07:13:35Z</dcterms:created>
  <dcterms:modified xsi:type="dcterms:W3CDTF">2026-08-02T07:13:35Z</dcterms:modified>
</cp:coreProperties>
</file>