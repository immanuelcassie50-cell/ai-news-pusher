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正向推演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终点被起点（分数）决定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从十年后往回算，答案更贴合这个人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231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化解分歧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倒推可以化解家长和孩子看似很大的分歧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231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具体问题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答不出来时，用更具体的小问题接近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方向比答案更重要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正向推演：终点被起点（分数）决定  |  ✓ 倒推规划：从十年后往回算  |  ✓ 倒推可以化解分歧  |  ✓ 答不出来时用小问题接近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