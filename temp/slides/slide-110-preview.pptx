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Q&amp;A：怎么判断天赋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00584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怎么判断自己在这行到底有没有天赋，还是说这件事纯粹靠积累？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88720" y="2011680"/>
            <a:ext cx="7223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对"具体的人为什么会做出这个选择"这件事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天然有好奇心，愿意多问一句、多琢磨一下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——这是好信号。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如果更享受处理数据和规则本身，可能更适合往技术方向走。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还有一点：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这种好奇心不是一成不变的天赋标签，可以通过刻意练习培养。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2026-08-02T07:16:43Z</dcterms:created>
  <dcterms:modified xsi:type="dcterms:W3CDTF">2026-08-02T07:16:43Z</dcterms:modified>
</cp:coreProperties>
</file>