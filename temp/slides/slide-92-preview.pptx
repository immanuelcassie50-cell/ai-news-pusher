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口碑与转介绍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46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副产品，不是目标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0" y="22860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2926080"/>
            <a:ext cx="1828800" cy="1828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347472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2026-08-02T07:18:36Z</dcterms:created>
  <dcterms:modified xsi:type="dcterms:W3CDTF">2026-08-02T07:18:36Z</dcterms:modified>
</cp:coreProperties>
</file>