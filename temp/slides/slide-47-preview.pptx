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AI不擅长的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C41E3A">
              <a:alpha val="10000"/>
            </a:srgbClr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 = 长期跟真实的人打交道积累出来的经验直觉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776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828800"/>
            <a:ext cx="274320" cy="27432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459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这个孩子是谁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645920"/>
            <a:ext cx="39776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828800"/>
            <a:ext cx="274320" cy="27432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16459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他对什么真正投入过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39776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606040"/>
            <a:ext cx="274320" cy="27432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4231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他家庭的真实处境和顾虑是什么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09160" y="2423160"/>
            <a:ext cx="39776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606040"/>
            <a:ext cx="274320" cy="27432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24231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他嘴上说的和心里想的是不是一回事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39776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383280"/>
            <a:ext cx="274320" cy="27432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2004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五年后这个行业的产业逻辑会怎么变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09160" y="3200400"/>
            <a:ext cx="39776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383280"/>
            <a:ext cx="274320" cy="27432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32004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哪些信息是可信的、哪些是噪音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这些，永远得靠人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2026-08-02T07:11:47Z</dcterms:created>
  <dcterms:modified xsi:type="dcterms:W3CDTF">2026-08-02T07:11:47Z</dcterms:modified>
</cp:coreProperties>
</file>