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AI擅长的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输入明确、规则清晰、可以被结构化的计算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717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717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 + 位次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23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给定考生分数和位次，结合历年录取数据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861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86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精准计算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算出技术上合理的冲稳保梯度表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0050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005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高效规范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2519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效率比人工高得多，比经验不足的新手同行更规范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这是AI最擅长的事：把确定的东西算得又快又准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2026-08-02T07:11:47Z</dcterms:created>
  <dcterms:modified xsi:type="dcterms:W3CDTF">2026-08-02T07:11:47Z</dcterms:modified>
</cp:coreProperties>
</file>