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AI能算的和算不出的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中间那条线在哪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AI能替你把冲稳保算得比谁都精确，它算不出的是那道题背后那道题——这个人到底是谁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4846320"/>
            <a:ext cx="13716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2026-08-02T07:11:37Z</dcterms:created>
  <dcterms:modified xsi:type="dcterms:W3CDTF">2026-08-02T07:11:37Z</dcterms:modified>
</cp:coreProperties>
</file>