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中立不是和稀泥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真正的中立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把该说的信息、该给的判断都摆出来，只是不替任何一方拍板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2606040"/>
            <a:ext cx="91440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606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需要更多投入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甩手掌柜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"我不站队，你们自己决定"——把最难的判断工作甩回给已经僵持不下的家庭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91440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606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更少投入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19659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真正中立需要更多投入，不是更少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