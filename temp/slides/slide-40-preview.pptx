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案例：从乱到整齐的男生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640080" cy="292608"/>
          </a:xfrm>
          <a:prstGeom prst="roundRect">
            <a:avLst>
              <a:gd name="adj" fmla="val 25000"/>
            </a:avLst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88720" y="13258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十年后想过什么日子？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640080" cy="292608"/>
          </a:xfrm>
          <a:prstGeom prst="roundRect">
            <a:avLst>
              <a:gd name="adj" fmla="val 25000"/>
            </a:avLst>
          </a:pr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2024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男生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88720" y="19202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（想了很久）从来没人问过我这个问题……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640080" cy="292608"/>
          </a:xfrm>
          <a:prstGeom prst="roundRect">
            <a:avLst>
              <a:gd name="adj" fmla="val 25000"/>
            </a:avLst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51460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88720" y="25146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不考虑挣钱，你希望每天醒来去做什么？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640080" cy="292608"/>
          </a:xfrm>
          <a:prstGeom prst="roundRect">
            <a:avLst>
              <a:gd name="adj" fmla="val 25000"/>
            </a:avLst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10896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男生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88720" y="31089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喜欢能看到具体成果的事——把乱的房间收拾整齐……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1325880"/>
            <a:ext cx="2286000" cy="18288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37960" y="1417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1737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这种'从乱到整齐'的过程让他觉得踏实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3504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400800" y="237744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23774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答案不在专业名，在生命状态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5204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聊了四十分钟，没提一所学校一个专业名字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57200" y="425196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2519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但这四十分钟比后面两个小时排志愿表都重要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2026-08-02T07:17:52Z</dcterms:created>
  <dcterms:modified xsi:type="dcterms:W3CDTF">2026-08-02T07:17:52Z</dcterms:modified>
</cp:coreProperties>
</file>