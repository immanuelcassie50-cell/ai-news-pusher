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案例：临床医学怕血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0" y="32004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320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91440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够到一所不错学校的临床医学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916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169164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"学医稳定，家里有关系以后好安排"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688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246888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这孩子看到血会晕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46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324612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解剖小动物需要很大心理建设才能完成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411480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C41E3A">
              <a:alpha val="10000"/>
            </a:srgbClr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88720" y="4114800"/>
            <a:ext cx="7406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如果按先分数后专业顺序，这条信息压根不会被问到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2026-08-02T07:15:46Z</dcterms:created>
  <dcterms:modified xsi:type="dcterms:W3CDTF">2026-08-02T07:15:46Z</dcterms:modified>
</cp:coreProperties>
</file>