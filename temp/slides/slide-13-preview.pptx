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80160" y="2468880"/>
            <a:ext cx="713232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分数约束范围，不约束方向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280160" y="3063240"/>
            <a:ext cx="713232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方向是人算出来的，不是分数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80160" y="3657600"/>
            <a:ext cx="713232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排表不难，难的是排表前那道题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理解"人"，比搞懂"分"更重要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2026-08-02T07:20:01Z</dcterms:created>
  <dcterms:modified xsi:type="dcterms:W3CDTF">2026-08-02T07:20:01Z</dcterms:modified>
</cp:coreProperties>
</file>