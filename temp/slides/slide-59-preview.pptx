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职业认同的转变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第八章：志愿表的真正意义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9999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28016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8745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帮孩子选到了很好的结果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194560"/>
            <a:ext cx="4572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20116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46320" y="187452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8B000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18745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帮孩子想清楚自己要什么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7889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冲进好学校、选到热门专业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108960"/>
            <a:ext cx="4572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29260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46320" y="278892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8B000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27889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结果普通但过程扎实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7033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表格排得对不对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43400" y="4023360"/>
            <a:ext cx="4572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38404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370332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8B000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83480" y="37033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孩子有没有真正参与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4663440"/>
            <a:ext cx="329184" cy="32918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2026-08-02T07:26:07Z</dcterms:created>
  <dcterms:modified xsi:type="dcterms:W3CDTF">2026-08-02T07:26:07Z</dcterms:modified>
</cp:coreProperties>
</file>