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放下标准流程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老手和新手最大的差别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不在谁掌握的政策更新更快、谁的数据库更全——真正的差别是面对具体的人时，能不能放下已经很熟练的那套标准判断路径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9144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重新问基础问题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你是谁，你在意什么，你害怕什么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9144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熟练的代价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一个人越熟练，越容易依赖已经验证过很多次的经验模板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23360"/>
            <a:ext cx="9144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耐心考验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越难有耐心重新从零开始了解一个新的具体的人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2026-08-02T07:15:50Z</dcterms:created>
  <dcterms:modified xsi:type="dcterms:W3CDTF">2026-08-02T07:15:50Z</dcterms:modified>
</cp:coreProperties>
</file>