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三问判断法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判断一个专业/行业是否值得选择的三个核心问题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50876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需求真实吗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92024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这个行业解决的问题是不是真实且长期存在的需求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2103120" cy="228600"/>
          </a:xfrm>
          <a:prstGeom prst="rect">
            <a:avLst>
              <a:gd name="adj" fmla="val 32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不是短期政策或风口催出来的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50876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壁垒高吗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0" y="2926080"/>
            <a:ext cx="192024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核心壁垒是不是容易被新技术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3520440"/>
            <a:ext cx="2103120" cy="228600"/>
          </a:xfrm>
          <a:prstGeom prst="rect">
            <a:avLst>
              <a:gd name="adj" fmla="val 32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520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尤其是AI替代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6517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150876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5508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周期在哪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0" y="2926080"/>
            <a:ext cx="192024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现在处在扩张期、成熟期、还是收缩期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3520440"/>
            <a:ext cx="2103120" cy="228600"/>
          </a:xfrm>
          <a:prstGeom prst="rect">
            <a:avLst>
              <a:gd name="adj" fmla="val 32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520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判断入场时机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457200"/>
          </a:xfrm>
          <a:prstGeom prst="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核心：用时间差思维思考 — 今年入学 vs 四年后毕业，产业逻辑可能完全不同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2026-08-02T07:14:11Z</dcterms:created>
  <dcterms:modified xsi:type="dcterms:W3CDTF">2026-08-02T07:14:11Z</dcterms:modified>
</cp:coreProperties>
</file>