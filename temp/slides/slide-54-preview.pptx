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校验真实风险承受力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ect">
            <a:avLst>
              <a:gd name="adj" fmla="val 11111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问题：十七八岁的孩子容易在谈话情境里说出连自己都未必确认过的话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尤其父母在场时，容易说出让大家都满意的答案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828800" cy="365760"/>
          </a:xfrm>
          <a:prstGeom prst="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用间接方式校验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问过去有没有经历过明显失败/挫折，怎么走出来的，走出来花了多久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731520"/>
          </a:xfrm>
          <a:prstGeom prst="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这段真实经历比“我能接受”更能反映实际抗压能力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2026-08-02T07:14:54Z</dcterms:created>
  <dcterms:modified xsi:type="dcterms:W3CDTF">2026-08-02T07:14:54Z</dcterms:modified>
</cp:coreProperties>
</file>