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摆信息差的操作方法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1623060"/>
            <a:ext cx="1051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485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不说「我觉得应该怎样」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23060"/>
            <a:ext cx="1051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85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把看到的信息一条一条摆在桌面上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212080" y="1623060"/>
            <a:ext cx="105156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485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让家长自己拼出结论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0" y="205740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1488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关键转折点：他自己看到了信息差，自己得出了跟我判断方向一致的结论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让对方自己得出结论 = 更高接受度 + 减少阻力 + 对方有成就感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2026-08-02T07:14:00Z</dcterms:created>
  <dcterms:modified xsi:type="dcterms:W3CDTF">2026-08-02T07:14:00Z</dcterms:modified>
</cp:coreProperties>
</file>