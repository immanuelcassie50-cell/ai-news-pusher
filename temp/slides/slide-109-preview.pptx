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Q&amp;A：入行来得及吗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现在入行还来得及吗，会不会已经太晚了，红利期已经过去了？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223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不确定"红利期"这个说法对不对。如果指的是靠信息差轻松赚钱的阶段，确实已经过去了。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但如果问的是这份工作本身值不值得投入，判断是值得的——因为真正的核心价值（</a:t>
            </a:r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判断力、产业认知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）的门槛不但没降低，反而因为AI把基础工作接管走变得更重要了。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晚不晚取决于你打算靠哪部分活下去。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靠信息差确实晚了；靠判断力什么时候开始都不算晚。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2026-08-02T07:16:43Z</dcterms:created>
  <dcterms:modified xsi:type="dcterms:W3CDTF">2026-08-02T07:16:43Z</dcterms:modified>
</cp:coreProperties>
</file>