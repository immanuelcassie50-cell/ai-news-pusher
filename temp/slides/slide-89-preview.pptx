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结构性偏向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问题根源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付钱的人和真正承担选择后果的人是分开的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这种结构天然会让从业者更容易向付钱方（家长）倾斜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把家长的满意度当成第一优先级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孩子的真实意愿容易在这个结构里被稀释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认知调整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意识到这个结构性偏向后：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服务对象应该是那个要为这个选择过接下来四年甚至更久的人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核心洞察：谁是真正的服务对象，决定了职业心态的根基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