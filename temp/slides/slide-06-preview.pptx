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73152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C41E3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09728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认知重塑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冲稳保是语法，不是方法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2286000" cy="0"/>
          </a:xfrm>
          <a:prstGeom prst="line">
            <a:avLst/>
          </a:prstGeom>
          <a:noFill/>
          <a:ln w="38100">
            <a:solidFill>
              <a:srgbClr val="C41E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2026-08-02T07:15:45Z</dcterms:created>
  <dcterms:modified xsi:type="dcterms:W3CDTF">2026-08-02T07:15:45Z</dcterms:modified>
</cp:coreProperties>
</file>