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最后一句话由谁说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每次给出判断时，刻意留一个“这不是最终答案，是给你参考的一个角度”的空间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24028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把最后拍板这个动作交还给孩子自己说出口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15468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哪怕最后选出来的方向跟建议的一模一样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“由谁说出最后那句话”的差别决定了孩子是把自己当责任人，还是把责任推给当初给建议的人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2026-08-02T07:19:10Z</dcterms:created>
  <dcterms:modified xsi:type="dcterms:W3CDTF">2026-08-02T07:19:10Z</dcterms:modified>
</cp:coreProperties>
</file>