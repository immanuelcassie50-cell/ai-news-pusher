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234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不替任何一方说话，是翻译和主持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86400" y="1234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分辨事实分歧和价值分歧，处理方式不同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51460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9260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表面一致比明显冲突更难识别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514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514600"/>
            <a:ext cx="73152" cy="12801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29260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86400" y="26974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中立是把信息判断摆出来，不是凡事各打五十大板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49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14400" y="39776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你不是替任何一方说话的人，你是那个让两边都能听见彼此在说什么的人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2026-08-02T07:14:59Z</dcterms:created>
  <dcterms:modified xsi:type="dcterms:W3CDTF">2026-08-02T07:14:59Z</dcterms:modified>
</cp:coreProperties>
</file>