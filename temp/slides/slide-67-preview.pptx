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457200" cy="45720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信息真实性要求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Authenticity Requirement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109728" cy="3474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34440"/>
            <a:ext cx="365760" cy="320040"/>
          </a:xfrm>
          <a:prstGeom prst="triangl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17373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691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摆出来的信息必须真实、经得起对方再核实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21945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不能只摆对自己有利的，把不利的藏起来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265176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606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哪怕这条信息会削弱自己原本的判断，也要摆出来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246120"/>
            <a:ext cx="338328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" y="33832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520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真实筛选客户，真实感赢得客户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——这是信任建立的基石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1005840"/>
            <a:ext cx="43891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1005840"/>
            <a:ext cx="4389120" cy="5029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1078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警示要点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3440" y="1691640"/>
            <a:ext cx="73152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这个诱惑一直都在——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尤其是时间紧张、家长态度强硬时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2606040"/>
            <a:ext cx="73152" cy="11887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一旦从"让家长自己看见信息差"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00600" y="3063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退化回"设计一场说服"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0060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本质就变了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4320" y="4572000"/>
            <a:ext cx="8595360" cy="411480"/>
          </a:xfrm>
          <a:prstGeom prst="roundRect">
            <a:avLst>
              <a:gd name="adj" fmla="val 17778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诚信为本 = 可持续发展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2026-08-02T07:18:41Z</dcterms:created>
  <dcterms:modified xsi:type="dcterms:W3CDTF">2026-08-02T07:18:41Z</dcterms:modified>
</cp:coreProperties>
</file>