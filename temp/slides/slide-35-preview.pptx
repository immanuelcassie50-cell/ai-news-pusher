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行业核心壁垒判断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94360"/>
          </a:xfrm>
          <a:prstGeom prst="rect">
            <a:avLst>
              <a:gd name="adj" fmla="val 15385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做得久、爬到中层以上的人，靠的主要是什么能力？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7764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3977640" cy="502920"/>
          </a:xfrm>
          <a:prstGeom prst="rect">
            <a:avLst>
              <a:gd name="adj" fmla="val 18182"/>
            </a:avLst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011680"/>
            <a:ext cx="3977640" cy="1828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916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容易被工具替代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20240" y="2377440"/>
            <a:ext cx="822960" cy="822960"/>
          </a:xfrm>
          <a:prstGeom prst="ellipse">
            <a:avLst/>
          </a:prstGeom>
          <a:solidFill>
            <a:srgbClr val="999999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执行速度和标准化操作熟练度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611880" cy="640080"/>
          </a:xfrm>
          <a:prstGeom prst="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04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纯技术能力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691640"/>
            <a:ext cx="397764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691640"/>
            <a:ext cx="3977640" cy="502920"/>
          </a:xfrm>
          <a:prstGeom prst="rect">
            <a:avLst>
              <a:gd name="adj" fmla="val 18182"/>
            </a:avLst>
          </a:prstGeom>
          <a:solidFill>
            <a:srgbClr val="C41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2011680"/>
            <a:ext cx="3977640" cy="1828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6916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相对更抗冲击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5080" y="2377440"/>
            <a:ext cx="822960" cy="822960"/>
          </a:xfrm>
          <a:prstGeom prst="ellipse">
            <a:avLst/>
          </a:prstGeom>
          <a:solidFill>
            <a:srgbClr val="C41E3A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983480" y="3337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复杂情境下的综合判断、跟人打交道的能力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83480" y="3840480"/>
            <a:ext cx="3611880" cy="640080"/>
          </a:xfrm>
          <a:prstGeom prst="rect">
            <a:avLst>
              <a:gd name="adj" fmla="val 11429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8404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+ 综合判断力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2026-08-02T07:14:11Z</dcterms:created>
  <dcterms:modified xsi:type="dcterms:W3CDTF">2026-08-02T07:14:11Z</dcterms:modified>
</cp:coreProperties>
</file>