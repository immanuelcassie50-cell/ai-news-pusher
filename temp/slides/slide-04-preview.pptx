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46304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理解"先人后分"的正确顺序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在志愿填报中，人（考生）永远是第一位的，分数是工具而非目的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28016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14630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掌握信息过滤与产业判断方法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14884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从海量专业和院校信息中筛选关键变量，建立产业视角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20040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学会风险偏好翻译与冲突处理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将家长和学生的模糊焦虑转化为可量化的风险偏好表述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01752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3017520"/>
            <a:ext cx="73152" cy="15544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320040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0" y="3246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建立职业心态与长期积累意识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00600" y="38862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理解咨询师角色的长期价值，不做一次性交易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学完这门课，你将拥有一套完整的志愿填报咨询方法论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2026-08-02T07:11:14Z</dcterms:created>
  <dcterms:modified xsi:type="dcterms:W3CDTF">2026-08-02T07:11:14Z</dcterms:modified>
</cp:coreProperties>
</file>