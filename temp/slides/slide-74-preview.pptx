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表面一致的陷阱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40233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警告信号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182880" cy="1828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6002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孩子没有明确反对，全程配合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148840"/>
            <a:ext cx="182880" cy="1828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0574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配合背后是早就放弃争取的疲惫感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606040"/>
            <a:ext cx="182880" cy="1828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5146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比当场哭闹反对更难处理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063240"/>
            <a:ext cx="182880" cy="1828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9718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线索：说话时略显疲惫的语气，眼神飘一下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005840"/>
            <a:ext cx="40233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005840"/>
            <a:ext cx="402336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如何识别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846320" y="1645920"/>
            <a:ext cx="274320" cy="27432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1645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57800" y="160020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在"过分顺畅"的谈话里主动放慢节奏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2240280"/>
            <a:ext cx="274320" cy="27432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240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57800" y="219456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单独问孩子：如果完全没有任何限制，你自己会怎么选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2834640"/>
            <a:ext cx="274320" cy="27432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57800" y="278892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沉默不代表同意，分歧可能被家庭内部长期消化掉了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333333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7947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表面一致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明显冲突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更难识别，也更难处理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2026-08-02T07:14:59Z</dcterms:created>
  <dcterms:modified xsi:type="dcterms:W3CDTF">2026-08-02T07:14:59Z</dcterms:modified>
</cp:coreProperties>
</file>