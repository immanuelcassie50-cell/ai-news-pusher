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案例：两个分数一样的学生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两个分数几乎一模一样的学生，冲档比例差了将近一倍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86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3886200" cy="457200"/>
          </a:xfrm>
          <a:prstGeom prst="rect">
            <a:avLst>
              <a:gd name="adj" fmla="val 20000"/>
            </a:avLst>
          </a:prstGeom>
          <a:solidFill>
            <a:srgbClr val="99999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65960"/>
            <a:ext cx="3886200" cy="137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学生A — 求稳型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家里明确说愿意赌一把复读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冲的比例：小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但实际上愿意接受复读作为保底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645920"/>
            <a:ext cx="3886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645920"/>
            <a:ext cx="3886200" cy="457200"/>
          </a:xfrm>
          <a:prstGeom prst="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965960"/>
            <a:ext cx="3886200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6459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学生B — 敢闯型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愿意赌复读，风险承受力强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冲的比例：大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108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同样的分数，不该有同样的答案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家长疑问：为什么隔壁那个分数跟我们差不多的，冲的学校比我们多这么多？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两个孩子风险承受能力不同，同样的分数不该有同样的答案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2026-08-02T07:13:31Z</dcterms:created>
  <dcterms:modified xsi:type="dcterms:W3CDTF">2026-08-02T07:13:31Z</dcterms:modified>
</cp:coreProperties>
</file>