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案例证伪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案例不是拿来炫耀的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让人信你的判断——案例不是拿来炫耀，是拿来证伪的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