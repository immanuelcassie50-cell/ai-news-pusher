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09728" cy="4389120"/>
          </a:xfrm>
          <a:prstGeom prst="rect">
            <a:avLst>
              <a:gd name="adj" fmla="val 50000"/>
            </a:avLst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判断五年后这行还在不在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32004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2026-08-02T07:14:11Z</dcterms:created>
  <dcterms:modified xsi:type="dcterms:W3CDTF">2026-08-02T07:14:11Z</dcterms:modified>
</cp:coreProperties>
</file>