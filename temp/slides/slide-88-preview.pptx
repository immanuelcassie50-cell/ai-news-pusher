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案例：大二男生的话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学生大二了，通过之前服务过的家长找到我，不是来填志愿的，是来聊天的。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他现在读的专业，其实是当年我给他和他父母一起讨论出来的方案。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读得还不错，成绩也可以。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“我一直觉得，这个专业是你们几个大人商量出来给我的，不是我自己选的”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这句话让我很长时间没缓过来。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