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8B0000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859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85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AI能精确算冲稳保，但算不出"这个人是谁"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088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088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1945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真正有价值的：信息过滤、产业判断、倒推规划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318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318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01752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会替代的是只会算冲稳保的同行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9547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54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AI让基础计算变快，释放时间到真正需要判断力的地方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这件事永远得靠人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2026-08-02T07:11:47Z</dcterms:created>
  <dcterms:modified xsi:type="dcterms:W3CDTF">2026-08-02T07:11:47Z</dcterms:modified>
</cp:coreProperties>
</file>