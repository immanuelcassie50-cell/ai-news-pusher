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560320"/>
          </a:xfrm>
          <a:prstGeom prst="roundRect">
            <a:avLst>
              <a:gd name="adj" fmla="val 4286"/>
            </a:avLst>
          </a:prstGeom>
          <a:solidFill>
            <a:srgbClr val="8B0000">
              <a:alpha val="5000"/>
            </a:srgbClr>
          </a:solidFill>
          <a:ln w="38100">
            <a:solidFill>
              <a:srgbClr val="8B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先算分数的人，算的是能去哪；先算人的人，算的是该去哪——这两件事从结果上可能重合，但顺序反过来，答案会完全不一样。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0" y="411480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4114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顺序决定结果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2026-08-02T07:13:38Z</dcterms:created>
  <dcterms:modified xsi:type="dcterms:W3CDTF">2026-08-02T07:13:38Z</dcterms:modified>
</cp:coreProperties>
</file>