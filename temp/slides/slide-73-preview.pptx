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案例：母亲让劝女儿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2860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152144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521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051560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母亲私下找我：女儿喜欢那个专业，但你能不能帮我劝劝她，那个专业以后真的不好找工作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901952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901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1801368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我拒绝直接"劝"，而是分别单独聊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505456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265176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551176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母亲真正担心的不是专业本身，是她自己年轻时类似选择没走通吃过亏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255264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3401568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401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300984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女儿真正在意的不是妈妈不理解，是觉得自己从来没被真正问过"你为什么喜欢这个"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005072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4151376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151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4050792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在两人都在场的情况下把信息摆出来，谈话性质完全变了：从"谁该听谁的"→"我们各自在担心什么、想要什么"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754880"/>
            <a:ext cx="8229600" cy="320040"/>
          </a:xfrm>
          <a:prstGeom prst="roundRect">
            <a:avLst>
              <a:gd name="adj" fmla="val 17143"/>
            </a:avLst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754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拒绝直接"劝"，而是让双方都听见彼此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2026-08-02T07:14:59Z</dcterms:created>
  <dcterms:modified xsi:type="dcterms:W3CDTF">2026-08-02T07:14:59Z</dcterms:modified>
</cp:coreProperties>
</file>