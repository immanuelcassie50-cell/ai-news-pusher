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分辨事实分歧与价值分歧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28600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51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事实分歧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摆事实就能解决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家长以为某专业不好就业，但实际招聘行情还不错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3474720"/>
            <a:ext cx="1188720" cy="45720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51560"/>
            <a:ext cx="3931920" cy="54864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051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价值分歧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两者没有对错，只是排序不同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423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家长看重稳定，孩子看重热爱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474720"/>
            <a:ext cx="1188720" cy="45720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3474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无对错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33333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3434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关键：分不清这两类分歧，容易在该讲事实时陷入价值观辩论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2026-08-02T07:14:59Z</dcterms:created>
  <dcterms:modified xsi:type="dcterms:W3CDTF">2026-08-02T07:14:59Z</dcterms:modified>
</cp:coreProperties>
</file>