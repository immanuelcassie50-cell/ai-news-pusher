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恶性循环陷阱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0" y="1828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972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想着“这个案例以后可以讲给别人听”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36576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8308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给建议时偏向更“有故事性”的选择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2423160"/>
            <a:ext cx="36576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6032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判断质量悄悄稀释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34640" y="3200400"/>
            <a:ext cx="36576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3375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429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口碑运营本身变成了目的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2377440"/>
            <a:ext cx="5486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5577840" y="3154680"/>
            <a:ext cx="5486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19202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23317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判断质量下滑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长期侵蚀口碑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这是一个自我强化的恶性循环，越追越远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2026-08-02T07:18:36Z</dcterms:created>
  <dcterms:modified xsi:type="dcterms:W3CDTF">2026-08-02T07:18:36Z</dcterms:modified>
</cp:coreProperties>
</file>