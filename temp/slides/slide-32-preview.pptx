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案例：计算机专业怎么样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时间差思维：今年大一入学，四年后大四毕业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母亲直接问我：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"计算机专业到底好不好就业？"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77240"/>
          </a:xfrm>
          <a:prstGeom prst="rect">
            <a:avLst>
              <a:gd name="adj" fmla="val 11765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299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我反问：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"你说的'这个专业'，是指今年大一入学，还是四年后大四毕业？"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她愣住了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计算机专业的"时间旅行"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68780" y="3675888"/>
            <a:ext cx="7680960" cy="3657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26060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4460" y="34290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3944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移动互联网黄金期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行业高速扩张，人才缺口大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566160"/>
            <a:ext cx="260604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229100" y="3429000"/>
            <a:ext cx="548640" cy="5486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422910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五年前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行业收缩裁员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移动互联网红利消退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566160"/>
            <a:ext cx="260604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566160"/>
            <a:ext cx="260604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Shape 26"/>
          <p:cNvSpPr/>
          <p:nvPr/>
        </p:nvSpPr>
        <p:spPr>
          <a:xfrm>
            <a:off x="7063740" y="3429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70637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今年进去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4023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取决于AI重塑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AI正在重新定义这个行业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80644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2026-08-02T07:14:45Z</dcterms:created>
  <dcterms:modified xsi:type="dcterms:W3CDTF">2026-08-02T07:14:45Z</dcterms:modified>
</cp:coreProperties>
</file>