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73152" cy="4572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本章小结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0" y="320040"/>
            <a:ext cx="1371600" cy="457200"/>
          </a:xfrm>
          <a:prstGeom prst="roundRect">
            <a:avLst>
              <a:gd name="adj" fmla="val 16000"/>
            </a:avLst>
          </a:prstGeom>
          <a:solidFill>
            <a:srgbClr val="8B0000">
              <a:alpha val="1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0" y="3200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第二章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8229600" cy="777240"/>
          </a:xfrm>
          <a:prstGeom prst="roundRect">
            <a:avLst>
              <a:gd name="adj" fmla="val 11765"/>
            </a:avLst>
          </a:prstGeom>
          <a:solidFill>
            <a:srgbClr val="999999">
              <a:alpha val="2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252728"/>
            <a:ext cx="457200" cy="45720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2527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34440" y="1097280"/>
            <a:ext cx="365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691640" y="1097280"/>
            <a:ext cx="6766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分数是硬约束，决定不了方向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57200" y="2011680"/>
            <a:ext cx="8229600" cy="777240"/>
          </a:xfrm>
          <a:prstGeom prst="roundRect">
            <a:avLst>
              <a:gd name="adj" fmla="val 11765"/>
            </a:avLst>
          </a:prstGeom>
          <a:solidFill>
            <a:srgbClr val="999999">
              <a:alpha val="2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640080" y="2167128"/>
            <a:ext cx="457200" cy="45720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1671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34440" y="2011680"/>
            <a:ext cx="365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691640" y="2011680"/>
            <a:ext cx="6766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先人后分 vs 先分后人，答案完全不一样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57200" y="2926080"/>
            <a:ext cx="8229600" cy="777240"/>
          </a:xfrm>
          <a:prstGeom prst="roundRect">
            <a:avLst>
              <a:gd name="adj" fmla="val 11765"/>
            </a:avLst>
          </a:prstGeom>
          <a:solidFill>
            <a:srgbClr val="999999">
              <a:alpha val="2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640080" y="3081528"/>
            <a:ext cx="457200" cy="45720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0815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234440" y="2926080"/>
            <a:ext cx="365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691640" y="2926080"/>
            <a:ext cx="6766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可得性偏差让人天然先做容易的事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457200" y="3840480"/>
            <a:ext cx="8229600" cy="777240"/>
          </a:xfrm>
          <a:prstGeom prst="roundRect">
            <a:avLst>
              <a:gd name="adj" fmla="val 11765"/>
            </a:avLst>
          </a:prstGeom>
          <a:solidFill>
            <a:srgbClr val="999999">
              <a:alpha val="25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640080" y="3995928"/>
            <a:ext cx="457200" cy="45720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39959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234440" y="3840480"/>
            <a:ext cx="365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1691640" y="3840480"/>
            <a:ext cx="6766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先确定分数带来掌控感，但也漏掉关键信息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1371600" y="4572000"/>
            <a:ext cx="6400800" cy="457200"/>
          </a:xfrm>
          <a:prstGeom prst="roundRect">
            <a:avLst>
              <a:gd name="adj" fmla="val 16000"/>
            </a:avLst>
          </a:prstGeom>
          <a:solidFill>
            <a:srgbClr val="8B0000">
              <a:alpha val="1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1371600" y="45720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"先算人的人，算的是该去哪"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274320" y="4663440"/>
            <a:ext cx="365760" cy="36576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29" name="Text 27"/>
          <p:cNvSpPr/>
          <p:nvPr/>
        </p:nvSpPr>
        <p:spPr>
          <a:xfrm>
            <a:off x="2743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2026-08-02T07:15:57Z</dcterms:created>
  <dcterms:modified xsi:type="dcterms:W3CDTF">2026-08-02T07:15:57Z</dcterms:modified>
</cp:coreProperties>
</file>