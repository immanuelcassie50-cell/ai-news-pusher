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99032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冲稳保不是方法，是语法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0100" y="1947672"/>
            <a:ext cx="0" cy="914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112264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12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039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协作与沟通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386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风险偏好翻译与冲突处理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" y="2660904"/>
            <a:ext cx="0" cy="914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2825496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25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7523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职业心态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099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替人做决定的风险与口碑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0100" y="3374136"/>
            <a:ext cx="0" cy="914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538728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38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4655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AI时代的分化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813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职业不会消失，会重新分层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" y="4087368"/>
            <a:ext cx="0" cy="9144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178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新手到专家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那道坎，十年都没跨过去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1325880"/>
            <a:ext cx="73152" cy="3200400"/>
          </a:xfrm>
          <a:prstGeom prst="rect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1325880"/>
            <a:ext cx="22860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1325880"/>
            <a:ext cx="22860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课程概览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总课时：5大模块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2331720"/>
            <a:ext cx="192024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423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页数：180+页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75120" y="2834640"/>
            <a:ext cx="192024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形式：案例+方法论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0" y="3337560"/>
            <a:ext cx="1920240" cy="0"/>
          </a:xfrm>
          <a:prstGeom prst="line">
            <a:avLst/>
          </a:prstGeom>
          <a:noFill/>
          <a:ln w="12700">
            <a:solidFill>
              <a:srgbClr val="F5F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4290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目标：构建完整体系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2026-08-02T07:09:43Z</dcterms:created>
  <dcterms:modified xsi:type="dcterms:W3CDTF">2026-08-02T07:09:43Z</dcterms:modified>
</cp:coreProperties>
</file>