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5544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选错专业是一次挫折，替他做选择是拿走机会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7680960" cy="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331720"/>
            <a:ext cx="411480" cy="4114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3317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结果正确不等于过程正确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7680960" cy="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108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最大的风险：从“提供判断”变成“替他做决定”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703320"/>
            <a:ext cx="7680960" cy="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88620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8862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最后一句话要由孩子自己说出口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2026-08-02T07:19:10Z</dcterms:created>
  <dcterms:modified xsi:type="dcterms:W3CDTF">2026-08-02T07:19:10Z</dcterms:modified>
</cp:coreProperties>
</file>