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本章小结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37160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34440"/>
            <a:ext cx="822960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380744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807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3000" y="13807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54480" y="1234440"/>
            <a:ext cx="6949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问"职业还能不能干"是问错了问题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002536"/>
            <a:ext cx="822960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21488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148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43000" y="2148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54480" y="2002536"/>
            <a:ext cx="6949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只会AI能做的事 → 被替代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2770632"/>
            <a:ext cx="822960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2916936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9169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43000" y="29169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54480" y="2770632"/>
            <a:ext cx="6949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真正投入判断力 → 门槛抬高，活得更好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57200" y="3538728"/>
            <a:ext cx="822960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3685032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6850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43000" y="36850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554480" y="3538728"/>
            <a:ext cx="6949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对新人：尽早投入判断力训练，不要死记硬背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57200" y="4343400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8B0000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343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AI工具接管基础计算 → 省下时间投入真正需要人的判断环节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743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8" name="Text 26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2026-08-02T07:17:06Z</dcterms:created>
  <dcterms:modified xsi:type="dcterms:W3CDTF">2026-08-02T07:17:06Z</dcterms:modified>
</cp:coreProperties>
</file>