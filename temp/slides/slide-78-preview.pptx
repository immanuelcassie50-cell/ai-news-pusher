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案例不是拿来炫耀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讲案例不是为了证明我很厉害，是为了让对面的人有机会当场推翻我，推翻不了，他才真的信。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721608"/>
            <a:ext cx="201168" cy="20116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5935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 vs 证伪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359359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讲案例是为了让对方质疑、挑战、甚至推翻。推翻不了，他才真的信。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4407408"/>
            <a:ext cx="201168" cy="20116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2793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扎实信任的来源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427939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真正让人产生扎实信任的案例，是用来让对方质疑的，而不是滴水不漏的成功故事。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2026-08-02T07:19:39Z</dcterms:created>
  <dcterms:modified xsi:type="dcterms:W3CDTF">2026-08-02T07:19:39Z</dcterms:modified>
</cp:coreProperties>
</file>