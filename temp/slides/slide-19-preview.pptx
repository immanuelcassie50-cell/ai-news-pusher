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正确顺序：先人后分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914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先花时间弄清楚"这个人是谁"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1371600"/>
            <a:ext cx="0" cy="32004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他对什么东西真正投入过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2148840"/>
            <a:ext cx="0" cy="32004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468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他排斥什么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2926080"/>
            <a:ext cx="0" cy="32004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246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他对"未来"有没有模糊的画面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77240" y="3703320"/>
            <a:ext cx="0" cy="32004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再拿分数去框定方向里能够到的最好选择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371600" y="4617720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8B0000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4617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分数是硬约束，决定不了方向，只决定"这个方向里你能走多远"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2026-08-02T07:15:46Z</dcterms:created>
  <dcterms:modified xsi:type="dcterms:W3CDTF">2026-08-02T07:15:46Z</dcterms:modified>
</cp:coreProperties>
</file>