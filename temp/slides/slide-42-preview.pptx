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案例：母女分歧化解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097280" cy="320040"/>
          </a:xfrm>
          <a:prstGeom prst="roundRect">
            <a:avLst>
              <a:gd name="adj" fmla="val 22857"/>
            </a:avLst>
          </a:prstGeom>
          <a:solidFill>
            <a:srgbClr val="C41E3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8686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931920" cy="2103120"/>
          </a:xfrm>
          <a:prstGeom prst="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71600"/>
            <a:ext cx="3931920" cy="4572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716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表面分歧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1965960"/>
            <a:ext cx="914400" cy="320040"/>
          </a:xfrm>
          <a:prstGeom prst="roundRect">
            <a:avLst>
              <a:gd name="adj" fmla="val 22857"/>
            </a:avLst>
          </a:prstGeom>
          <a:solidFill>
            <a:srgbClr val="8B0000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9659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妈妈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645920" y="19659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金融专业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2423160"/>
            <a:ext cx="914400" cy="320040"/>
          </a:xfrm>
          <a:prstGeom prst="roundRect">
            <a:avLst>
              <a:gd name="adj" fmla="val 22857"/>
            </a:avLst>
          </a:prstGeom>
          <a:solidFill>
            <a:srgbClr val="C41E3A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423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女儿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645920" y="24231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设计专业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645920" y="28346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" y="31546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僵持很久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931920" y="21945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4754880" y="1371600"/>
            <a:ext cx="3931920" cy="2103120"/>
          </a:xfrm>
          <a:prstGeom prst="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1371600"/>
            <a:ext cx="3931920" cy="4572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0" y="13716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用倒推重新聊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37760" y="19659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妈妈真正在乎的是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37760" y="21945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'稳定'而非'必须是金融'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37760" y="25603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女儿真正在乎的是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37760" y="27889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'创造性'而非'必须是设计'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937760" y="3154680"/>
            <a:ext cx="3566160" cy="274320"/>
          </a:xfrm>
          <a:prstGeom prst="roundRect">
            <a:avLst>
              <a:gd name="adj" fmla="val 26667"/>
            </a:avLst>
          </a:prstGeom>
          <a:solidFill>
            <a:srgbClr val="C41E3A"/>
          </a:solidFill>
          <a:ln/>
        </p:spPr>
      </p:sp>
      <p:sp>
        <p:nvSpPr>
          <p:cNvPr id="25" name="Text 23"/>
          <p:cNvSpPr/>
          <p:nvPr/>
        </p:nvSpPr>
        <p:spPr>
          <a:xfrm>
            <a:off x="4937760" y="31546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两件事并不冲突！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3657600"/>
            <a:ext cx="8229600" cy="594360"/>
          </a:xfrm>
          <a:prstGeom prst="roundRect">
            <a:avLst>
              <a:gd name="adj" fmla="val 15385"/>
            </a:avLst>
          </a:prstGeom>
          <a:solidFill>
            <a:srgbClr val="8B0000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365760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拆解到'稳定'和'创造性'两层更底层的诉求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457200" y="4389120"/>
            <a:ext cx="8229600" cy="502920"/>
          </a:xfrm>
          <a:prstGeom prst="roundRect">
            <a:avLst>
              <a:gd name="adj" fmla="val 18182"/>
            </a:avLst>
          </a:prstGeom>
          <a:solidFill>
            <a:srgbClr val="C41E3A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438912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找到了介于两者之间的方向，母女第一次达成真正的共识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2743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1" name="Text 29"/>
          <p:cNvSpPr/>
          <p:nvPr/>
        </p:nvSpPr>
        <p:spPr>
          <a:xfrm>
            <a:off x="2743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2026-08-02T07:19:10Z</dcterms:created>
  <dcterms:modified xsi:type="dcterms:W3CDTF">2026-08-02T07:19:10Z</dcterms:modified>
</cp:coreProperties>
</file>