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冲稳保的位置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2011680"/>
            <a:ext cx="1097280" cy="10972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688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108960" y="2011680"/>
            <a:ext cx="1097280" cy="109728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先问"人"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再算"分"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方向确定了，再用分数做筛选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23444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417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999999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77840" y="2011680"/>
            <a:ext cx="1097280" cy="109728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665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7406640" y="2011680"/>
            <a:ext cx="1097280" cy="1097280"/>
          </a:xfrm>
          <a:prstGeom prst="ellipse">
            <a:avLst/>
          </a:prstGeom>
          <a:solidFill>
            <a:srgbClr val="999999">
              <a:alpha val="50000"/>
            </a:srgbClr>
          </a:solidFill>
          <a:ln w="25400">
            <a:solidFill>
              <a:srgbClr val="999999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40664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93776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先算"分"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37760" y="3657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人被挤到最后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4069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分数够了，但方向错了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2026-08-02T07:20:01Z</dcterms:created>
  <dcterms:modified xsi:type="dcterms:W3CDTF">2026-08-02T07:20:01Z</dcterms:modified>
</cp:coreProperties>
</file>