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18288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5544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希望这本手册能帮你少走一点弯路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3383280"/>
            <a:ext cx="18288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2026-08-02T07:15:44Z</dcterms:created>
  <dcterms:modified xsi:type="dcterms:W3CDTF">2026-08-02T07:15:44Z</dcterms:modified>
</cp:coreProperties>
</file>