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31520" y="2423160"/>
            <a:ext cx="2286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51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和家长谈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不是说服，是摆信息差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0" y="4389120"/>
            <a:ext cx="2743200" cy="457200"/>
          </a:xfrm>
          <a:prstGeom prst="rect">
            <a:avLst>
              <a:gd name="adj" fmla="val 20000"/>
            </a:avLst>
          </a:prstGeom>
          <a:solidFill>
            <a:srgbClr val="C41E3A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2026-08-02T07:13:48Z</dcterms:created>
  <dcterms:modified xsi:type="dcterms:W3CDTF">2026-08-02T07:13:48Z</dcterms:modified>
</cp:coreProperties>
</file>