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案例挑选检验法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讲这个案例之前先问自己：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如果拿掉这个案例，我刚才那个判断还站得住脚吗？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如果站得住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案例只是个装饰，不讲也没关系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2402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如果站不住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案例是真正在支撑这个判断的，值得讲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用这个方法筛一遍，发现以前很多案例其实都是第一种——只是装饰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真正支撑判断的案例才值得讲，装饰性案例不讲也罢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