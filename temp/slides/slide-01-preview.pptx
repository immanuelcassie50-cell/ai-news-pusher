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1097280"/>
            <a:ext cx="2743200" cy="2743200"/>
          </a:xfrm>
          <a:prstGeom prst="ellipse">
            <a:avLst/>
          </a:prstGeom>
          <a:solidFill>
            <a:srgbClr val="8B0000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高考志愿填报师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从"冲稳保"到人生选择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一套重构认知与沟通的方法论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0" y="4114800"/>
            <a:ext cx="2743200" cy="0"/>
          </a:xfrm>
          <a:prstGeom prst="line">
            <a:avLst/>
          </a:prstGeom>
          <a:noFill/>
          <a:ln w="190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2026-08-02T07:11:14Z</dcterms:created>
  <dcterms:modified xsi:type="dcterms:W3CDTF">2026-08-02T07:11:14Z</dcterms:modified>
</cp:coreProperties>
</file>