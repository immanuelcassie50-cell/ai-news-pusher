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286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7680960" cy="2011680"/>
          </a:xfrm>
          <a:prstGeom prst="roundRect">
            <a:avLst>
              <a:gd name="adj" fmla="val 4545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冲稳保不是志愿填报的思想，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是它的标点符号。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志愿填报输入变量从头到尾就只有一个——分数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但分数约束的是"你能进哪个范围"，不是"你该往哪个方向走"。方向是人算出来的，不是分数算出来的。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