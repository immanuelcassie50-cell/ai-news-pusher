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400" b="1" dirty="0">
                <a:solidFill>
                  <a:srgbClr val="EF233C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业务操作流程中的法律风险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从授权到交付：识别业务环节风险点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286000" cy="2743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2026-07-20T12:11:48Z</dcterms:created>
  <dcterms:modified xsi:type="dcterms:W3CDTF">2026-07-20T12:11:48Z</dcterms:modified>
</cp:coreProperties>
</file>