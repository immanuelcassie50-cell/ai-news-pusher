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履约中管理要点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变更确认 + 证据留存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4864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0233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变更确认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合同变更必须采用书面形式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变更内容需双方签字盖章确认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单方面变更视为违约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变更协议与原合同具有同等效力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重大变更需重新评估法律风险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463040"/>
            <a:ext cx="40233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证据留存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214884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履约过程中的书面文件及时归档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265176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往来邮件、微信记录定期备份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315468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3063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验收单、签收单妥善保管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365760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付款凭证与发票对应留存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4160520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重要沟通采用书面确认机制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2026-07-20T12:11:39Z</dcterms:created>
  <dcterms:modified xsi:type="dcterms:W3CDTF">2026-07-20T12:11:39Z</dcterms:modified>
</cp:coreProperties>
</file>