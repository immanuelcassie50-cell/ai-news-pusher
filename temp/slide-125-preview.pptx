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9ADA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9A8C9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关键工具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两张核心工具卡，助你实践健康的边界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36576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C9ADA7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737360"/>
            <a:ext cx="3657600" cy="1371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2103120"/>
            <a:ext cx="1097280" cy="109728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188720" y="3383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边界修复对话卡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029200" y="1737360"/>
            <a:ext cx="36576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C9ADA7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1737360"/>
            <a:ext cx="3657600" cy="1371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0" y="2103120"/>
            <a:ext cx="1097280" cy="109728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303520" y="3383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我的边界宣言卡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2026-08-21T02:19:28Z</dcterms:created>
  <dcterms:modified xsi:type="dcterms:W3CDTF">2026-08-21T02:19:28Z</dcterms:modified>
</cp:coreProperties>
</file>