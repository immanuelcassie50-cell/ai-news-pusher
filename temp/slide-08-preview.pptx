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目标冲突详解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新流程目标 vs 旧考核指标的方向矛盾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206240" y="2560320"/>
            <a:ext cx="731520" cy="731520"/>
          </a:xfrm>
          <a:prstGeom prst="line">
            <a:avLst/>
          </a:prstGeom>
          <a:noFill/>
          <a:ln w="508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0" y="3291840"/>
            <a:ext cx="731520" cy="-731520"/>
          </a:xfrm>
          <a:prstGeom prst="line">
            <a:avLst/>
          </a:prstGeom>
          <a:noFill/>
          <a:ln w="508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36576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45920"/>
            <a:ext cx="3657600" cy="5486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0" y="2651760"/>
            <a:ext cx="548640" cy="457200"/>
          </a:xfrm>
          <a:prstGeom prst="rightArrow">
            <a:avLst/>
          </a:prstGeom>
          <a:solidFill>
            <a:srgbClr val="2B2D4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新流程目标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2377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377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客户体验优先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流程效率提升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365760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429768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长期价值创造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组织发展方向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1645920"/>
            <a:ext cx="36576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0" y="1645920"/>
            <a:ext cx="3657600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Shape 24"/>
          <p:cNvSpPr/>
          <p:nvPr/>
        </p:nvSpPr>
        <p:spPr>
          <a:xfrm>
            <a:off x="4937760" y="2651760"/>
            <a:ext cx="548640" cy="457200"/>
          </a:xfrm>
          <a:prstGeom prst="leftArrow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旧考核指标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303520" y="237744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06440" y="2377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个人业绩达标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03520" y="301752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本部门KPI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303520" y="365760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短期成本控制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303520" y="429768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8" name="Text 36"/>
          <p:cNvSpPr/>
          <p:nvPr/>
        </p:nvSpPr>
        <p:spPr>
          <a:xfrm>
            <a:off x="530352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服从现有规则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029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现有考核导向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5120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5E7EB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矛盾本质：组织战略方向与绩效评估体系之间的结构性错位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2026-08-08T16:46:01Z</dcterms:created>
  <dcterms:modified xsi:type="dcterms:W3CDTF">2026-08-08T16:46:01Z</dcterms:modified>
</cp:coreProperties>
</file>