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54864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专业形象的四个维度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93792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109728" cy="23774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5193792" cy="228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17320"/>
            <a:ext cx="5193792" cy="1371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01168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仪容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651760" y="2606040"/>
            <a:ext cx="2560320" cy="18288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面容·发型·指甲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193792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417320"/>
            <a:ext cx="109728" cy="23774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417320"/>
            <a:ext cx="5193792" cy="228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417320"/>
            <a:ext cx="5193792" cy="1371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0" y="201168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83880" y="1920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183880" y="2606040"/>
            <a:ext cx="2560320" cy="18288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服装·配饰·色彩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5193792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23360"/>
            <a:ext cx="109728" cy="23774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23360"/>
            <a:ext cx="5193792" cy="228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5193792" cy="1371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4440" y="461772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617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仪态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2651760" y="5212080"/>
            <a:ext cx="2560320" cy="18288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5349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站姿·坐姿·走姿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3640" y="4023360"/>
            <a:ext cx="5193792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4023360"/>
            <a:ext cx="109728" cy="23774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4023360"/>
            <a:ext cx="5193792" cy="228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4023360"/>
            <a:ext cx="5193792" cy="1371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0" y="461772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617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18388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8183880" y="5212080"/>
            <a:ext cx="2560320" cy="18288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83880" y="5349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眼神·微笑·表情管理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0" y="6492240"/>
            <a:ext cx="10725912" cy="18288"/>
          </a:xfrm>
          <a:prstGeom prst="rect">
            <a:avLst/>
          </a:prstGeom>
          <a:solidFill>
            <a:srgbClr val="EDF2F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2026-07-20T01:12:24Z</dcterms:created>
  <dcterms:modified xsi:type="dcterms:W3CDTF">2026-07-20T01:12:24Z</dcterms:modified>
</cp:coreProperties>
</file>