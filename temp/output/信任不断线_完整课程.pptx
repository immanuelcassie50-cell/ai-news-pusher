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/>
  <p:notesMasterIdLst>
    <p:notesMasterId r:id="rId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3" baseType="lpstr">
      <vt:lpstr>Arial</vt:lpstr>
      <vt:lpstr>Calibri</vt:lpstr>
      <vt:lpstr>Office Theme</vt:lpstr>
    </vt:vector>
  </TitlesOfParts>
  <Company>晴语科技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信任不断线：AI时代客户服务与客户成功工作坊</dc:title>
  <dc:subject>客户服务与客户成功</dc:subject>
  <dc:creator>晴语科技</dc:creator>
  <cp:lastModifiedBy>晴语科技</cp:lastModifiedBy>
  <cp:revision>1</cp:revision>
  <dcterms:created xsi:type="dcterms:W3CDTF">2026-06-25T07:26:37Z</dcterms:created>
  <dcterms:modified xsi:type="dcterms:W3CDTF">2026-06-25T07:26:37Z</dcterms:modified>
</cp:coreProperties>
</file>