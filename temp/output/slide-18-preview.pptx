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063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73152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模块一小结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四大困境类型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技术焦虑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关系压力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意义迷失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正常化困境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成长型思维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自我慈悲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规培适应度自测表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自我评估工具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针对性改进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D4D4D4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规培初期的困难不是'你不够好'的证明，而是每个医护人员都要经历的成长阶段。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2026-07-18T15:21:03Z</dcterms:created>
  <dcterms:modified xsi:type="dcterms:W3CDTF">2026-07-18T15:21:03Z</dcterms:modified>
</cp:coreProperties>
</file>