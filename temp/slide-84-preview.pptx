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ESA结尾框架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好结尾的三步法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28800" cy="36576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45920"/>
            <a:ext cx="265176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1965960"/>
            <a:ext cx="914400" cy="91440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1732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1F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评估学习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帮助学员检验学到了什么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16459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645920"/>
            <a:ext cx="265176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1965960"/>
            <a:ext cx="914400" cy="91440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56616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66160" y="3474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1F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总结要点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11880" y="3931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用可记忆的方式回顾核心内容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16459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645920"/>
            <a:ext cx="265176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1965960"/>
            <a:ext cx="914400" cy="91440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44652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46520" y="3474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1F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3931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确定回去后要做的第一件不同的事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8046720" cy="1371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2026-06-24T01:31:19Z</dcterms:created>
  <dcterms:modified xsi:type="dcterms:W3CDTF">2026-06-24T01:31:19Z</dcterms:modified>
</cp:coreProperties>
</file>