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54864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仪容规范 - 发型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EDF2F4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1828800"/>
            <a:ext cx="1097280" cy="12801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2331720" y="1554480"/>
            <a:ext cx="64008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1920240"/>
            <a:ext cx="73152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女士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干练为主，长发可束起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0" y="1828800"/>
            <a:ext cx="1097280" cy="12801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0" y="1828800"/>
            <a:ext cx="822960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7635240" y="2286000"/>
            <a:ext cx="137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0" y="2286000"/>
            <a:ext cx="137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200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男士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前不覆额，侧不盖耳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31520" y="576072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D90429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806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1600" y="5852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86000" y="5852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染怪异颜色、过于凌乱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2026-07-20T01:15:23Z</dcterms:created>
  <dcterms:modified xsi:type="dcterms:W3CDTF">2026-07-20T01:15:23Z</dcterms:modified>
</cp:coreProperties>
</file>