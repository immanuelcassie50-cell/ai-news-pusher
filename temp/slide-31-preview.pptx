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为什么"经验"不等于"方法"？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经验是个人资产，方法论是可复制工具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265176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1874520"/>
            <a:ext cx="914400" cy="914400"/>
          </a:xfrm>
          <a:prstGeom prst="ellipse">
            <a:avLst/>
          </a:prstGeom>
          <a:solidFill>
            <a:srgbClr val="B31F2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732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8F8F8"/>
          </a:solidFill>
          <a:ln w="12700">
            <a:solidFill>
              <a:srgbClr val="B31F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26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专家诅咒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越熟练，越难教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192024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60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专家经过大量练习后，决策过程变得自动化、无意识，难以向新手解释其中的"感觉"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554480"/>
            <a:ext cx="265176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1874520"/>
            <a:ext cx="914400" cy="9144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3566160" y="29260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8F8F8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926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隐性知识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118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存在于直觉和身体感知里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94760" y="4069080"/>
            <a:ext cx="192024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160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那些"只可意会不可言传"的智慧，藏在老法师的手感、直觉和身体记忆里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5544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55448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1874520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6446520" y="29260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8F8F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926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把隐性知识显性化、结构化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75120" y="4069080"/>
            <a:ext cx="192024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160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通过萃取技术，把散落在专家头脑里的隐性问题，变成可教学、可复制的方法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60520" y="2651760"/>
            <a:ext cx="457200" cy="457200"/>
          </a:xfrm>
          <a:prstGeom prst="ellipse">
            <a:avLst/>
          </a:prstGeom>
          <a:solidFill>
            <a:srgbClr val="4A4A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60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48640" y="4800600"/>
            <a:ext cx="8046720" cy="1371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2026-06-24T01:30:32Z</dcterms:created>
  <dcterms:modified xsi:type="dcterms:W3CDTF">2026-06-24T01:30:32Z</dcterms:modified>
</cp:coreProperties>
</file>