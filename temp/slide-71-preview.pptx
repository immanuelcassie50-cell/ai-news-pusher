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整合应用：全局视角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Integration Approach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49040" y="1931670"/>
            <a:ext cx="1645920" cy="1645920"/>
          </a:xfrm>
          <a:prstGeom prst="ellipse">
            <a:avLst/>
          </a:prstGeom>
          <a:solidFill>
            <a:srgbClr val="EF233C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2068830"/>
            <a:ext cx="1371600" cy="1371600"/>
          </a:xfrm>
          <a:prstGeom prst="ellipse">
            <a:avLst/>
          </a:prstGeom>
          <a:solidFill>
            <a:srgbClr val="EF233C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86200" y="229743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26280" y="759363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713643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850803"/>
            <a:ext cx="73152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850803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连接信号检测与干预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216563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Detection → Intervention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flipV="1">
            <a:off x="4914900" y="1566790"/>
            <a:ext cx="68580" cy="59392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34315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229743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2434590"/>
            <a:ext cx="73152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43459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整合跟进与持续监控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80035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→ Ongoing Monitoring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57800" y="2754630"/>
            <a:ext cx="13716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926937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3881217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4018377"/>
            <a:ext cx="73152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01837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平衡法律合规与员工关怀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384137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Compliance ↔ Employee Care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14900" y="3348550"/>
            <a:ext cx="68580" cy="59392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234315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37360" y="229743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2434590"/>
            <a:ext cx="73152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1874520" y="243459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构建可持续项目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280035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Program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 flipH="1">
            <a:off x="3749040" y="2754630"/>
            <a:ext cx="13716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46598" y="2105406"/>
            <a:ext cx="109728" cy="109728"/>
          </a:xfrm>
          <a:prstGeom prst="ellipse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46598" y="3294126"/>
            <a:ext cx="109728" cy="109728"/>
          </a:xfrm>
          <a:prstGeom prst="ellipse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22776" y="3729228"/>
            <a:ext cx="109728" cy="109728"/>
          </a:xfrm>
          <a:prstGeom prst="ellipse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22776" y="1670304"/>
            <a:ext cx="109728" cy="109728"/>
          </a:xfrm>
          <a:prstGeom prst="ellipse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将所有模块整合 - 形成完整的员工关系管理体系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2026-08-11T00:59:02Z</dcterms:created>
  <dcterms:modified xsi:type="dcterms:W3CDTF">2026-08-11T00:59:02Z</dcterms:modified>
</cp:coreProperties>
</file>