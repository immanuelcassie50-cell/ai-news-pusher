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B2D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四种激励失效模式概览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1399032"/>
            <a:ext cx="219456" cy="219456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618488"/>
            <a:ext cx="219456" cy="-219456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目标冲突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Conflict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965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个人或部门目标与组织整体目标不一致，导致努力方向偏离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05156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83480" y="1280160"/>
            <a:ext cx="457200" cy="457200"/>
          </a:xfrm>
          <a:prstGeom prst="ellipse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102352" y="1417320"/>
            <a:ext cx="73152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Shape 12"/>
          <p:cNvSpPr/>
          <p:nvPr/>
        </p:nvSpPr>
        <p:spPr>
          <a:xfrm>
            <a:off x="5248656" y="1371600"/>
            <a:ext cx="73152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5" name="Text 13"/>
          <p:cNvSpPr/>
          <p:nvPr/>
        </p:nvSpPr>
        <p:spPr>
          <a:xfrm>
            <a:off x="5577840" y="12801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信息不对称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577840" y="16002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Asymmetry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9659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激励对象掌握的信息不充分，无法做出最优选择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46120"/>
            <a:ext cx="457200" cy="457200"/>
          </a:xfrm>
          <a:prstGeom prst="ellipse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86384" y="3383280"/>
            <a:ext cx="128016" cy="1828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3419856"/>
            <a:ext cx="128016" cy="1828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激励错配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3566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Incentive Misalignment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考核指标与期望行为之间存在偏差，奖励了错误的行为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017520"/>
            <a:ext cx="393192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83480" y="3246120"/>
            <a:ext cx="457200" cy="457200"/>
          </a:xfrm>
          <a:prstGeom prst="ellipse">
            <a:avLst/>
          </a:prstGeom>
          <a:solidFill>
            <a:srgbClr val="DC2626">
              <a:alpha val="8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5102352" y="3364992"/>
            <a:ext cx="219456" cy="219456"/>
          </a:xfrm>
          <a:prstGeom prst="ellipse">
            <a:avLst/>
          </a:prstGeom>
          <a:solidFill>
            <a:srgbClr val="F9FAFB"/>
          </a:solidFill>
          <a:ln w="254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12080" y="3474720"/>
            <a:ext cx="0" cy="-73152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212080" y="3474720"/>
            <a:ext cx="73152" cy="0"/>
          </a:xfrm>
          <a:prstGeom prst="line">
            <a:avLst/>
          </a:prstGeom>
          <a:noFill/>
          <a:ln w="1905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短期主义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577840" y="356616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Short-termism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过度关注短期业绩，牺牲长期可持续发展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0" y="4846320"/>
            <a:ext cx="1828800" cy="45720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2026-08-08T16:45:13Z</dcterms:created>
  <dcterms:modified xsi:type="dcterms:W3CDTF">2026-08-08T16:45:13Z</dcterms:modified>
</cp:coreProperties>
</file>