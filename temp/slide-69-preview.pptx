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步骤三的价值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3840480" cy="822960"/>
          </a:xfrm>
          <a:prstGeom prst="roundRect">
            <a:avLst>
              <a:gd name="adj" fmla="val 11111"/>
            </a:avLst>
          </a:prstGeom>
          <a:solidFill>
            <a:srgbClr val="C0392B">
              <a:alpha val="15000"/>
            </a:srgbClr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801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这本身就是一个非常有效的筛选信号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88720" y="2377440"/>
            <a:ext cx="2926080" cy="822960"/>
          </a:xfrm>
          <a:prstGeom prst="roundRect">
            <a:avLst>
              <a:gd name="adj" fmla="val 11111"/>
            </a:avLst>
          </a:prstGeom>
          <a:solidFill>
            <a:srgbClr val="C0392B">
              <a:alpha val="30000"/>
            </a:srgbClr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3774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观察候选人反应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645920" y="347472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C0392B">
              <a:alpha val="50000"/>
            </a:srgbClr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34747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适应性判断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0" y="128016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463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303520" y="2103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如果候选人对岗位变化感到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0" y="25603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担忧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303520" y="3200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而非兴趣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0" y="3749040"/>
            <a:ext cx="2743200" cy="18288"/>
          </a:xfrm>
          <a:prstGeom prst="rect">
            <a:avLst/>
          </a:prstGeom>
          <a:solidFill>
            <a:srgbClr val="95A5A6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0" y="3931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这可能意味着他不具备适应性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2026-06-27T12:25:31Z</dcterms:created>
  <dcterms:modified xsi:type="dcterms:W3CDTF">2026-06-27T12:25:31Z</dcterms:modified>
</cp:coreProperties>
</file>