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0" b="1" dirty="0">
                <a:solidFill>
                  <a:srgbClr val="C41E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4754880" y="10972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754880" y="1965960"/>
            <a:ext cx="1371600" cy="54864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21945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临床环境的结构性理解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0" y="2834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规则与潜规则：如何在科室里"读懂空气"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389120"/>
            <a:ext cx="8046720" cy="274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0" y="4754880"/>
            <a:ext cx="274320" cy="274320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2026-07-18T15:18:00Z</dcterms:created>
  <dcterms:modified xsi:type="dcterms:W3CDTF">2026-07-18T15:18:00Z</dcterms:modified>
</cp:coreProperties>
</file>