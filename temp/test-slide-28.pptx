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角色转变：从销售到顾问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 Sales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029968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推销产品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677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完成指标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953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业绩导向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401568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一次性交易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39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短期关系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087368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产品导向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325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以产品为中心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2651760"/>
            <a:ext cx="457200" cy="22860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514600"/>
            <a:ext cx="320040" cy="502920"/>
          </a:xfrm>
          <a:prstGeom prst="rightTriangle">
            <a:avLst/>
          </a:prstGeom>
          <a:solidFill>
            <a:srgbClr val="B22222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28016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B2222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280160"/>
            <a:ext cx="3657600" cy="5029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280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 Advisor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74920" y="2029968"/>
            <a:ext cx="164592" cy="164592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22677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需求导向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2715768"/>
            <a:ext cx="164592" cy="164592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创造价值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2953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长期共赢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3401568"/>
            <a:ext cx="164592" cy="164592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长期关系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639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持续服务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74920" y="4087368"/>
            <a:ext cx="164592" cy="164592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37" name="Text 35"/>
          <p:cNvSpPr/>
          <p:nvPr/>
        </p:nvSpPr>
        <p:spPr>
          <a:xfrm>
            <a:off x="534924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客户导向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9240" y="4325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以客户为中心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2026-07-06T05:34:13Z</dcterms:created>
  <dcterms:modified xsi:type="dcterms:W3CDTF">2026-07-06T05:34:13Z</dcterms:modified>
</cp:coreProperties>
</file>