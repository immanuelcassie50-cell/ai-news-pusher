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097280" cy="411480"/>
          </a:xfrm>
          <a:prstGeom prst="rect">
            <a:avLst>
              <a:gd name="adj" fmla="val 17778"/>
            </a:avLst>
          </a:prstGeom>
          <a:solidFill>
            <a:srgbClr val="B31F2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3200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Activity · 我的PSTT方法论卡片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91640" y="80467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个人填写PSTT四个要素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22960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63040"/>
            <a:ext cx="2194560" cy="1005840"/>
          </a:xfrm>
          <a:prstGeom prst="rect">
            <a:avLst>
              <a:gd name="adj" fmla="val 9091"/>
            </a:avLst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4173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1463040"/>
            <a:ext cx="585216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554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31F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为自己的一门课，完成PSTT四个要素的初稿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1874520" cy="219456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97480"/>
            <a:ext cx="187452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292608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Phenomenon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厘清现象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4251960"/>
            <a:ext cx="13258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43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识别关键业务场景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42032" y="2697480"/>
            <a:ext cx="1874520" cy="219456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42032" y="2697480"/>
            <a:ext cx="187452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25" name="Shape 23"/>
          <p:cNvSpPr/>
          <p:nvPr/>
        </p:nvSpPr>
        <p:spPr>
          <a:xfrm>
            <a:off x="3227832" y="292608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3227832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542032" y="3520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42032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描述情境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16352" y="4251960"/>
            <a:ext cx="13258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0" name="Text 28"/>
          <p:cNvSpPr/>
          <p:nvPr/>
        </p:nvSpPr>
        <p:spPr>
          <a:xfrm>
            <a:off x="2633472" y="4343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还原真实工作情境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26864" y="2697480"/>
            <a:ext cx="1874520" cy="219456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26864" y="2697480"/>
            <a:ext cx="187452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33" name="Shape 31"/>
          <p:cNvSpPr/>
          <p:nvPr/>
        </p:nvSpPr>
        <p:spPr>
          <a:xfrm>
            <a:off x="5312664" y="292608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5312664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26864" y="3520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626864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明确任务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901184" y="4251960"/>
            <a:ext cx="13258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38" name="Text 36"/>
          <p:cNvSpPr/>
          <p:nvPr/>
        </p:nvSpPr>
        <p:spPr>
          <a:xfrm>
            <a:off x="4718304" y="4343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界定要达成的目标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11696" y="2697480"/>
            <a:ext cx="1874520" cy="2194560"/>
          </a:xfrm>
          <a:prstGeom prst="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11696" y="2697480"/>
            <a:ext cx="1874520" cy="73152"/>
          </a:xfrm>
          <a:prstGeom prst="rect">
            <a:avLst/>
          </a:prstGeom>
          <a:solidFill>
            <a:srgbClr val="B31F28"/>
          </a:solidFill>
          <a:ln/>
        </p:spPr>
      </p:sp>
      <p:sp>
        <p:nvSpPr>
          <p:cNvPr id="41" name="Shape 39"/>
          <p:cNvSpPr/>
          <p:nvPr/>
        </p:nvSpPr>
        <p:spPr>
          <a:xfrm>
            <a:off x="7397496" y="292608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7397496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711696" y="3520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711696" y="38404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设定标准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986016" y="4251960"/>
            <a:ext cx="1325880" cy="1828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46" name="Text 44"/>
          <p:cNvSpPr/>
          <p:nvPr/>
        </p:nvSpPr>
        <p:spPr>
          <a:xfrm>
            <a:off x="6803136" y="4343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定义成功的衡量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2026-06-24T01:29:35Z</dcterms:created>
  <dcterms:modified xsi:type="dcterms:W3CDTF">2026-06-24T01:29:35Z</dcterms:modified>
</cp:coreProperties>
</file>