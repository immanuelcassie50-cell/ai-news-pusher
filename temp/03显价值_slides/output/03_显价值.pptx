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显价值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把你的工作从成本语言翻译成业务语言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降本增效基层实战营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4480560"/>
            <a:ext cx="2743200" cy="45720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两种说法：感受语言 vs 业务语言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为什么支持部门说不清楚自己的价值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三种价值换算公式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演示案例：研发团队的价值损失翻译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206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练习：价值损失描述表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两种说法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感受语言 vs 业务语言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同一件事，两种说法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0" cy="36576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「主管，我们复核环节效率比较低，流程有一些问题，希望能优化一下。」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73152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6517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「主管，我们复核环节平均需要等3天，目前每月处理200件理赔，处理时间超过5天的案件客户流失率约12%，5天内完成的只有3%。」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哪个版本更容易推动老板做决策？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说法B：业务语言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按每件保单年均保费8,000元、承保利润率20%计算，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每件流失价值约1,600元，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每月因此额外流失约18件，年损失约35万元。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如果复核时间压到1天，理赔周期从7天降到5天，这35万里保守能挽回一半以上。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你觉得哪个版本更可能推动老板做决策？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两种语言的本质差别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886200" cy="4114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感受语言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「我们有问题，需要优化」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停留在感受层面。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38862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388620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00584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业务语言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50876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「这个问题值多少钱，改了能赚回多少」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变成可处理的信息。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管理层做决策靠数字。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你把问题描述成感受，它就停留在感受层面；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你把问题描述成数字，它就变成了可以被处理的信息。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为什么支持部门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说不清楚自己的价值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0" y="338328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支持部门的困境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1965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银行的风控部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1005840"/>
            <a:ext cx="1965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保险的核赔部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1965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企业的IT部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03720" y="1005840"/>
            <a:ext cx="19659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研发支持团队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45920"/>
            <a:ext cx="91440" cy="1828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78308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它们不直接产生营收，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所以在资源分配上天然处于弱势。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管理层问「这个部门值多少钱」，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没有直接的销售数字可以回答。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于是这类部门容易被看作纯粹的成本——</a:t>
            </a:r>
            <a:pPr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维持就好，能省则省。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但这个认知是错的。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支持部门的真实价值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支持型部门的真实价值，不在于它产出了什么，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而在于——它如果做慢了、做错了，整个链条损失了什么。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风控审批慢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客户流失，贷款收益跑掉了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27432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理赔复核卡顿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017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投诉率飙升，口碑一年比一年差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研发需求理解偏差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657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上线推迟三个月，市场窗口错过了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这些损失是真实存在的，只是通常没有人去算它、说它、展示它。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成本中心不是命运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463040"/>
            <a:ext cx="6400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7373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「成本中心」不是命运，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2860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是你还没有用对语言的结果。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你把问题描述成数字，它就从成本变成了可以被处理的价值。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三种价值换算公式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把浪费清单里的现象翻译成业务语言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三种公式概览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143000"/>
            <a:ext cx="109728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0" y="1143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时间延误 → 客户流失损失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1508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服务流程里的等待和延迟，直接影响客户体验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1783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适用：处理超时导致客户流失的场景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86000"/>
            <a:ext cx="91440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423160"/>
            <a:ext cx="109728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423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2423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重复/返工 → 人力成本损失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11680" y="2788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大量重复操作、无效沟通、返工重做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3063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适用：消耗人工时间的重复性工作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566160"/>
            <a:ext cx="91440" cy="11430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703320"/>
            <a:ext cx="1097280" cy="3657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03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011680" y="3703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流程断点 → 机会成本损失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011680" y="4069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流程卡顿让你错失了本来可以做成的机会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43434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适用：业务发展慢了、市场窗口错过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公式一：时间延误 → 客户流失损失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什么时候用：服务流程里的等待和延迟，直接影响客户体验，导致客户流失或放弃。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计算逻辑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流程超时 → 流失率上升 → 月流失件数 × 每件价值 = 月损失 × 12 = 年损失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示例（保险理赔复核等待）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处理时间超过5天，流失率约12%；5天内完成，流失率约3%。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每月200件中，约140件会超过5天，其中额外流失：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140件 × 9% = 13件/月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每件保单年均保费8,000元，承保利润率20%，每件价值 = 1,600元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月损失：13件 × 1,600元 = 20,800元　　年损失：约25万元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公式二：重复返工 → 人力成本损失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什么时候用：大量重复操作、无效沟通、返工重做，消耗的主要是人工时间。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83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计算逻辑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浪费时间（小时） × 人员时薪 × 频率 = 成本损失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示例（研发需求确认反复）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154680"/>
            <a:ext cx="78638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每个需求平均确认3轮，实际只有1轮有效，多余2轮是返工。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每轮涉及PM+开发+业务共3人，每轮约4小时（半天）。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每个需求返工成本：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2轮 × 3人 × 4小时 = 24人时 × 150元/时 = 3,600元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每月30个需求：3,600元 × 30 = 108,000元/月　　年损失：约130万元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公式三：流程断点 → 机会成本损失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什么时候用：流程卡顿不是直接导致客户流失，而是让你错失了本来可以做成的机会——比如业务发展慢了、市场窗口错过了、对手先你一步。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计算逻辑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被延误的业务量 × 每单位业务的价值贡献 = 机会成本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示例（银行贷款审批慢于竞争对手）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46120"/>
            <a:ext cx="78638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贷款审批平均5天，主要竞争对手平均2天，差了3天。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因为审批慢，每月估计有20笔意向客户转投他行。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每笔平均贷款额100万元，贷款利率5%、资金成本3%，净利差2%。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每笔年贡献：100万 × 2% = 20,000元/年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20笔客户流失的年机会成本：20笔 × 20,000元 = 40万元/年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数字找不到怎么办？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你不是在做审计，你是在建立一个「值得被重视」的量级感。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流失率可以从投诉记录里估，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保单价值可以问业务部门，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利润率可以保守用15%-20%。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数字方向对了，就够用。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265176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从投诉记录里估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65176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保单价值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问业务部门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880360"/>
            <a:ext cx="2651760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33375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保守用15%-20%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时薪怎么估？用月薪 ÷ 22天 ÷ 8小时，再乘以1.3（约算社保公积金）。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演示案例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研发团队怎么翻译它的价值损失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研发团队浪费清单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场景：某互联网公司用户运营研发部，12人（PM × 2 + 工程师 × 10）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浪费类型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具体现象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每周浪费时间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需求确认不清，平均改3轮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22860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24小时/周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26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信息断点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926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PM和开发反复对齐业务需求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9260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15小时/周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低价值决策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每个需求优先级都要单独讨论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5661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10小时/周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合计每周浪费：49小时　　月损失约：135,000元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翻译①：返工 → 人力成本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计算过程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每需求多确认2轮 × 3人 × 4小时 = 24人时，时薪150元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每需求返工成本：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× 150 = 3,600元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每月30个需求：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3,600 × 30 = 108,000元/月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翻译结果：年损失约130万元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每月30个需求，每需求返工成本3,600元，月损失108,000元，年损失约130万元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翻译②：信息断点 → 人力成本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计算过程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每周15小时对齐沟通（3人 × 5小时），时薪150元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年损失：15小时 × 150元 × 52周 = 117,000元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此外，沟通对齐失败导致功能上线平均晚7天。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按产品月活跃用户增长机会测算，每晚1天约损失0.3%的用户增长窗口……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翻译结果：年损失约11.7万元 + 机会成本（待量化）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翻译③：整合成汇报语言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37160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「我们研发部每月有约135,000元的人力成本浪费在需求确认的返工和对齐上，占整个研发人力成本的约18%。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如果引入标准化需求模板，把确认轮次从3轮降到1轮，预计每月节约54,000元人力成本，同时功能上线周期缩短7天，帮助业务端减少机会损失。」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汇报要点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数字具体化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379476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占比说清楚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2651760" cy="4572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改善后效果可量化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这段汇报和「我们流程有问题」相比，差异在哪里？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看完案例，回答这两个问题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这段汇报和「我们流程有问题」相比，差异在哪里？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80160" y="1828800"/>
            <a:ext cx="713232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92024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你的想法：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1089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你的浪费清单里，哪一条最适合用以上三个公式之一换算？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80160" y="3657600"/>
            <a:ext cx="7132320" cy="7772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1463040" y="374904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你的想法：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价值损失描述表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384048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3-A：价值损失换算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4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把你浪费清单里最重要的1-2条，翻译成业务语言和数字。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69748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从你的浪费清单里选影响最大的1-2条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选一个最适合的公式，跑一遍计算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数字不用精确，但必须能说清楚每一步是怎么估的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价值损失描述表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68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选的是哪条浪费（从清单里复制）？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36576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对应哪个公式？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时间→流失 / 重复→人力 / 断点→机会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65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计算过程（把每一步写出来）：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057400"/>
            <a:ext cx="36576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514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月度损失估算：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514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182880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251460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年度损失估算：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3200400"/>
            <a:ext cx="1828800" cy="228600"/>
          </a:xfrm>
          <a:prstGeom prst="rect">
            <a:avLst/>
          </a:prstGeom>
          <a:solidFill>
            <a:srgbClr val="FAFA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06324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11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这个损失主要影响了谁？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703320"/>
            <a:ext cx="36576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如果这个问题解决了，谁最先感受到变化？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4251960"/>
            <a:ext cx="365760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6B7280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写不出具体数字时，试试这几个说法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方向对、逻辑说得通，就足以支撑一个改善提案。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20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「根据我们Q1的投诉记录，每月约有X件因为这个原因升级投诉……」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「我们知道每个月有X个客户流失，其中我们估计有约XX%和这个问题有关……」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73152" cy="777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49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「按最保守估算，这个浪费每年消耗的人力成本不低于XX万元……」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3-B：扮演「第一次听到的领导」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目的：检验你的价值描述是否真的「说清楚了」，而不是只有你自己听得懂。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把你的价值损失描述念给旁边的人听，让他们扮演「第一次听到这件事的部门领导」，用这一个问题回应你：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「这个改善如果启动，大概需要什么资源？值不值得？」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3-B：反馈记录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他们的反应：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你的回应（如果他们问到你没想到的地方，把它记下来）：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根据这个反馈，你需要补充的信息是：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困境一：我们部门根本没有数据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2743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很多基层团队确实没有系统性的流程数据。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但你知道的，比你以为的要多——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你知道每天大约处理多少件，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每件大概卡多久，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每周大概要发多少封催件邮件。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把这些「大概知道」的信息填进公式里，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数字虽然粗糙，但比「没有数字」要有力100倍。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困境二：算出来的年损失超过100万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21945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不要因为数字大就自我压缩。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更好的做法是：拆开来说，把大数字分解成几个可以核实的小数字，每个小数字都有具体来源。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7724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「保守估算取一半，至少50万」也是一种站得住脚的说法，比主动缩小更有专业感。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困境三：这些损失明明是上游造成的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这张表不是用来追责的。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它的目的是搞清楚「损失在哪里」，至于根因在哪个环节，是后面找瓶颈要回答的问题。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77724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先把损失的事实说清楚，责任和改善路径，是另一步。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这一部分做了什么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 · 完成内容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73352"/>
            <a:ext cx="137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理解了「成本语言」和「业务语言」的本质差别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137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掌握了3种价值换算公式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770632"/>
            <a:ext cx="137160" cy="137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完成了「价值损失描述表」（1-2条浪费的量化翻译）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你现在手上有：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部门瓶颈初印象（第一部分）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部门浪费清单（第二部分）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价值损失描述表（本部分）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接下来：找瓶颈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第四部分（核心章）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找瓶颈：用约束理论找到那个决定整体效率的关键节点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你将完成：部门瓶颈卡（正式版）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777240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803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找对了，20%的改善带来80%的提升；找错了，所有努力都是在优化错的地方。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把这两张表放在一起保留——下一部分，你需要从浪费清单和价值损失描述里，筛选出真正的关键瓶颈，完成整个课程最核心的那张卡。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核心要点回顾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两种语言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感受语言 vs 业务语言——管理层做决策靠数字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支持部门价值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6060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不在于产出什么，而在于整个链条损失了什么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三种公式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7033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时间延误→流失 / 重复→人力 / 断点→机会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你会带走什么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114300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459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理解为什么「干了很多却没人重视」，往往不是贡献不够，而是语言不对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掌握3种价值换算公式，能把浪费清单里的任意一条翻译成业务损失数字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383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完成价值损失描述表，让你的改善提案在管理层面前真正有重量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三个问题的反思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你的浪费清单里，哪一条用「感受语言」描述过，现在可以翻译成「业务语言」？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你所在的部门，如果用「它如果做慢了、做错了，整个链条损失了什么」来衡量，价值是什么？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61188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你准备用哪个公式，来量化你的浪费清单中最重要的一条？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C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工具篇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让AI帮你做价值翻译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AI帮你做价值翻译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提示词模板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772400" cy="2286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7406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请帮我把以下浪费现象翻译成业务语言：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【浪费描述】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请使用以下公式之一进行量化：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时间延误→客户流失损失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重复/返工→人力成本损失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流程断点→机会成本损失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请给出计算过程和年度损失估算。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配合练习3-A和3-B使用效果更佳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03_显价值</dc:title>
  <dc:subject>PptxGenJS Presentation</dc:subject>
  <dc:creator>降本增效基层实战营</dc:creator>
  <cp:lastModifiedBy>降本增效基层实战营</cp:lastModifiedBy>
  <cp:revision>1</cp:revision>
  <dcterms:created xsi:type="dcterms:W3CDTF">2026-05-16T08:39:46Z</dcterms:created>
  <dcterms:modified xsi:type="dcterms:W3CDTF">2026-05-16T08:39:46Z</dcterms:modified>
</cp:coreProperties>
</file>