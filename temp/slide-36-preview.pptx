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1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内容响应策略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84632" y="1216152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4A474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D4122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3840480" cy="91440"/>
          </a:xfrm>
          <a:prstGeom prst="rect">
            <a:avLst/>
          </a:prstGeom>
          <a:solidFill>
            <a:srgbClr val="D4122B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用户互动响应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1984248"/>
            <a:ext cx="109728" cy="109728"/>
          </a:xfrm>
          <a:prstGeom prst="ellipse">
            <a:avLst/>
          </a:prstGeom>
          <a:solidFill>
            <a:srgbClr val="D4122B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874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实时回复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487168"/>
            <a:ext cx="109728" cy="109728"/>
          </a:xfrm>
          <a:prstGeom prst="ellipse">
            <a:avLst/>
          </a:prstGeom>
          <a:solidFill>
            <a:srgbClr val="D4122B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3774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个性化内容推送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2990088"/>
            <a:ext cx="109728" cy="109728"/>
          </a:xfrm>
          <a:prstGeom prst="ellipse">
            <a:avLst/>
          </a:prstGeom>
          <a:solidFill>
            <a:srgbClr val="D4122B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803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互动确认与感谢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90872" y="1216152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4A4748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118872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18872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D4122B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554480"/>
            <a:ext cx="3840480" cy="91440"/>
          </a:xfrm>
          <a:prstGeom prst="rect">
            <a:avLst/>
          </a:prstGeom>
          <a:solidFill>
            <a:srgbClr val="D4122B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个性化策略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1984248"/>
            <a:ext cx="109728" cy="109728"/>
          </a:xfrm>
          <a:prstGeom prst="ellipse">
            <a:avLst/>
          </a:prstGeom>
          <a:solidFill>
            <a:srgbClr val="D4122B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1874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基于行为的推荐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0600" y="2487168"/>
            <a:ext cx="109728" cy="109728"/>
          </a:xfrm>
          <a:prstGeom prst="ellipse">
            <a:avLst/>
          </a:prstGeom>
          <a:solidFill>
            <a:srgbClr val="D4122B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23774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偏好分析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2990088"/>
            <a:ext cx="109728" cy="109728"/>
          </a:xfrm>
          <a:prstGeom prst="ellipse">
            <a:avLst/>
          </a:prstGeom>
          <a:solidFill>
            <a:srgbClr val="D4122B"/>
          </a:solidFill>
          <a:ln w="12700">
            <a:solidFill>
              <a:srgbClr val="D412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28803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动态内容适配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2026-08-03T16:06:40Z</dcterms:created>
  <dcterms:modified xsi:type="dcterms:W3CDTF">2026-08-03T16:06:40Z</dcterms:modified>
</cp:coreProperties>
</file>