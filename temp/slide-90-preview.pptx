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财富传承需求识别话术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资产传承场景切入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场景对话示例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5087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您对企业未来的传承有什么想法？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您名下资产是如何安排的？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有没有考虑过用保险做财富传承规划？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4048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终身寿险可以指定受益人，实现财富精准传承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44348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终身寿险实现财富精准传承，指定受益人避免纠纷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2026-07-01T09:23:09Z</dcterms:created>
  <dcterms:modified xsi:type="dcterms:W3CDTF">2026-07-01T09:23:09Z</dcterms:modified>
</cp:coreProperties>
</file>