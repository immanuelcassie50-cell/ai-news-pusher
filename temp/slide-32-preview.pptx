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角色动机图谱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64592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2377440"/>
            <a:ext cx="1371600" cy="13716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457200" cy="45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7160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71600"/>
            <a:ext cx="19202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团队认可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2011680"/>
            <a:ext cx="457200" cy="45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137160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1371600"/>
            <a:ext cx="19202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公平认可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520440"/>
            <a:ext cx="457200" cy="45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74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74720"/>
            <a:ext cx="19202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跨级领导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整体效益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3520440"/>
            <a:ext cx="457200" cy="45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3474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3474720"/>
            <a:ext cx="192024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团队稳定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人才保留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3017520"/>
            <a:ext cx="1828800" cy="45720"/>
          </a:xfrm>
          <a:prstGeom prst="rect">
            <a:avLst/>
          </a:prstGeom>
          <a:solidFill>
            <a:srgbClr val="C1121F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3017520"/>
            <a:ext cx="1828800" cy="45720"/>
          </a:xfrm>
          <a:prstGeom prst="rect">
            <a:avLst/>
          </a:prstGeom>
          <a:solidFill>
            <a:srgbClr val="C1121F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26280" y="1828800"/>
            <a:ext cx="45720" cy="731520"/>
          </a:xfrm>
          <a:prstGeom prst="rect">
            <a:avLst/>
          </a:prstGeom>
          <a:solidFill>
            <a:srgbClr val="C1121F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26280" y="3566160"/>
            <a:ext cx="45720" cy="731520"/>
          </a:xfrm>
          <a:prstGeom prst="rect">
            <a:avLst/>
          </a:prstGeom>
          <a:solidFill>
            <a:srgbClr val="C1121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2026-06-23T15:21:18Z</dcterms:created>
  <dcterms:modified xsi:type="dcterms:W3CDTF">2026-06-23T15:21:18Z</dcterms:modified>
</cp:coreProperties>
</file>