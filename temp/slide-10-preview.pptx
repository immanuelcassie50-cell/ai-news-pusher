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激励错配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个人利益与组织利益分离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343400" y="141732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4535424" y="1874520"/>
            <a:ext cx="73152" cy="6858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4462272" y="2450592"/>
            <a:ext cx="219456" cy="219456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 rot="1500000">
            <a:off x="2286000" y="2560320"/>
            <a:ext cx="21945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17520"/>
            <a:ext cx="54864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 rot="-1500000">
            <a:off x="4663440" y="2560320"/>
            <a:ext cx="22860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3017520"/>
            <a:ext cx="54864" cy="13716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3891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389120"/>
            <a:ext cx="10972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26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个人利益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短期收益优先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KPI 最大化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规避协作成本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43891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7072" y="4389120"/>
            <a:ext cx="109728" cy="13716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4526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组织利益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4892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长期价值创造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流程整体优化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22402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激励分叉点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个人方向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49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当前激励系统推动力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4846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2026-08-08T16:45:38Z</dcterms:created>
  <dcterms:modified xsi:type="dcterms:W3CDTF">2026-08-08T16:45:38Z</dcterms:modified>
</cp:coreProperties>
</file>