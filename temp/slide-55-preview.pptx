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承诺宣言：我的韧性承诺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4592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566928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5F0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566928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5669280" cy="731520"/>
          </a:xfrm>
          <a:prstGeom prst="roundRect">
            <a:avLst>
              <a:gd name="adj" fmla="val 18750"/>
            </a:avLst>
          </a:prstGeom>
          <a:solidFill>
            <a:srgbClr val="B8504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5669280" cy="365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我的韧性承诺书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我，_____________________________（姓名），承诺：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2267712"/>
            <a:ext cx="292608" cy="29260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67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我会关注自己的身体信号，每天____________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2770632"/>
            <a:ext cx="292608" cy="29260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69748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我会练习____________技术来管理压力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3273552"/>
            <a:ext cx="292608" cy="29260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73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20040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我会每____________与支持者交流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3776472"/>
            <a:ext cx="292608" cy="292608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76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70332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我会每月进行反思和计划调整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2286000" cy="0"/>
          </a:xfrm>
          <a:prstGeom prst="line">
            <a:avLst/>
          </a:prstGeom>
          <a:noFill/>
          <a:ln w="12700">
            <a:solidFill>
              <a:srgbClr val="D4A5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签署日期：________________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1645920"/>
            <a:ext cx="1828800" cy="1828800"/>
          </a:xfrm>
          <a:prstGeom prst="ellipse">
            <a:avLst/>
          </a:prstGeom>
          <a:solidFill>
            <a:srgbClr val="B85042">
              <a:alpha val="90000"/>
            </a:srgbClr>
          </a:solidFill>
          <a:ln w="38100">
            <a:solidFill>
              <a:srgbClr val="B850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182880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韧性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8368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4652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838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924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7490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20840" y="3840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将这份承诺放在显眼的位置，随时提醒自己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2026-07-18T00:10:14Z</dcterms:created>
  <dcterms:modified xsi:type="dcterms:W3CDTF">2026-07-18T00:10:14Z</dcterms:modified>
</cp:coreProperties>
</file>