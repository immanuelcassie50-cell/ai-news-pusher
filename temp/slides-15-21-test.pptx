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惩罚抑制型：诊断要点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惩罚规则是否过于刚性？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是否存在「多做多错」的恶性循环？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员工是否因为害怕惩罚而不敢创新？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834640" cy="2514600"/>
          </a:xfrm>
          <a:prstGeom prst="roundRect">
            <a:avLst>
              <a:gd name="adj" fmla="val 3636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建立「安全失败」文化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区分可控风险与重大失误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核心问题：惩罚机制是否在消除错误的同时，也消灭了创新的可能性？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类型三：表演激励型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675120" y="320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Performative Incentive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定义：激励了表面可见的行为，而非对组织的真实贡献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客服按「响应速度」评分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员工快速回复但不解决问题，或者同时开多个聊天窗口敷衍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AI时代的变体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员工开始「讨好」AI系统（如刻意放慢语速让AI更好地识别情绪）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3 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表演激励型：诊断要点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考核指标是否容易被「表演」？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是否存在「做了但不做好」的现象？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员工行为是否在「领导看得见」的地方特别好？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834640" cy="2514600"/>
          </a:xfrm>
          <a:prstGeom prst="roundRect">
            <a:avLst>
              <a:gd name="adj" fmla="val 3636"/>
            </a:avLst>
          </a:prstGeom>
          <a:solidFill>
            <a:srgbClr val="C23A22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警示信号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KPI都达标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但客户满意度下降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核心问题：考核的是「做了什么事」，还是「创造了什么价值」？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类型四：延迟衰减型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675120" y="320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Decay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定义：行为与奖励/惩罚之间的时间差太长，激励效果大幅衰减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年度奖金制度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员工1月犯的错，12月才扣奖金，中间已经忘记为什么被扣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为什么会这样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人类大脑天生偏好即时反馈，对远期后果不敏感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4 诊断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延迟衰减型：诊断要点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奖励/惩罚是否在行为发生后太久才兑现？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员工能否清晰关联行为与结果？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是否存在「秋后算账」式的一年一次反馈？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834640" cy="2514600"/>
          </a:xfrm>
          <a:prstGeom prst="roundRect">
            <a:avLst>
              <a:gd name="adj" fmla="val 3636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增加即时反馈频率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使用里程碑式的小奖励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核心问题：反馈周期是否短于行为与结果之间的自然时间差？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23A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Era Distortion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274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AI时代的激励扭曲（一）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算法讨好行为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Appeasement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员工行为开始围绕AI算法设计，而非真实价值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657600" cy="1463040"/>
          </a:xfrm>
          <a:prstGeom prst="roundRect">
            <a:avLst>
              <a:gd name="adj" fmla="val 3750"/>
            </a:avLst>
          </a:prstGeom>
          <a:solidFill>
            <a:srgbClr val="D4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为提高搜索排名刻意堆砌关键词，而非提供真正有价值的内容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88720"/>
            <a:ext cx="548640" cy="54864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指标游戏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Gaming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当AI监控指标时，员工专注于「刷指标」而非改善实质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员工在AI质检时段表现完美，其他时段敷衍了事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3A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C23A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Era Distortion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274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AI时代的激励扭曲（二）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数据造假风险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Falsification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当AI评估结果时，存在篡改数据的动机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657600" cy="1463040"/>
          </a:xfrm>
          <a:prstGeom prst="roundRect">
            <a:avLst>
              <a:gd name="adj" fmla="val 3750"/>
            </a:avLst>
          </a:prstGeom>
          <a:solidFill>
            <a:srgbClr val="D4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销售数据被「优化」以获得更高的AI绩效评分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88720"/>
            <a:ext cx="548640" cy="548640"/>
          </a:xfrm>
          <a:prstGeom prst="ellipse">
            <a:avLst/>
          </a:prstGeom>
          <a:solidFill>
            <a:srgbClr val="C23A2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AI依赖症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Over-reliance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员工过度依赖AI决策，丧失独立判断能力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员工机械执行AI建议，即使明显不合理也不敢质疑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你组织中，AI是工具还是老板？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2026-07-30T12:12:47Z</dcterms:created>
  <dcterms:modified xsi:type="dcterms:W3CDTF">2026-07-30T12:12:47Z</dcterms:modified>
</cp:coreProperties>
</file>