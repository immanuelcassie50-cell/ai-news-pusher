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沙盘任务二：传承方案设计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任务：设计股权传承方案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考量因素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192024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377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家族意愿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各方的传承想法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2194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94560"/>
            <a:ext cx="192024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2377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传承成本最小化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194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194560"/>
            <a:ext cx="1920240" cy="45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377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控制权安排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0916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保持企业稳定运营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2194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2194560"/>
            <a:ext cx="1920240" cy="457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2377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兄弟姐妹间的公平对待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方案选项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931920"/>
            <a:ext cx="54864" cy="15087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06908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690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434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整体传承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全部股权一次性传承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传承给单一继承人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保持家族控制权完整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3931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931920"/>
            <a:ext cx="54864" cy="1508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406908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40690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29000" y="4434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部分传承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429000" y="4800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分批次传承股权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保留部分控制权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逐步过渡与交接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931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931920"/>
            <a:ext cx="54864" cy="1508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9360" y="406908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2B2D42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40690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4434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引入外部投资者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309360" y="4800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稀释部分股权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引入战略投资者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获取资源与支持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39319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D90429">
              <a:alpha val="15000"/>
            </a:srgbClr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931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产出：传承方案建议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2026-07-08T05:33:38Z</dcterms:created>
  <dcterms:modified xsi:type="dcterms:W3CDTF">2026-07-08T05:33:38Z</dcterms:modified>
</cp:coreProperties>
</file>