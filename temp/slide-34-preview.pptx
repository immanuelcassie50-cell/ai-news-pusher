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互动分支设计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74720" y="1188720"/>
            <a:ext cx="1280160" cy="640080"/>
          </a:xfrm>
          <a:prstGeom prst="ellipse">
            <a:avLst/>
          </a:prstGeom>
          <a:solidFill>
            <a:srgbClr val="F6F3EF"/>
          </a:solidFill>
          <a:ln w="31750">
            <a:solidFill>
              <a:srgbClr val="D412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用户入口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0" y="1828800"/>
            <a:ext cx="0" cy="22860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2057400"/>
            <a:ext cx="4023360" cy="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2057400"/>
            <a:ext cx="0" cy="22860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057400"/>
            <a:ext cx="0" cy="22860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057400"/>
            <a:ext cx="0" cy="22860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0345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AE6E4"/>
          </a:solidFill>
          <a:ln w="19050">
            <a:solidFill>
              <a:srgbClr val="4A4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0345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个性化路径A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2537460"/>
            <a:ext cx="0" cy="68580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347472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6F3EF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内容组合1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0345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AE6E4"/>
          </a:solidFill>
          <a:ln w="19050">
            <a:solidFill>
              <a:srgbClr val="4A4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0345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个性化路径B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2537460"/>
            <a:ext cx="0" cy="68580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47472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6F3EF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内容组合2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20345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AE6E4"/>
          </a:solidFill>
          <a:ln w="19050">
            <a:solidFill>
              <a:srgbClr val="4A4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0345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个性化路径C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2537460"/>
            <a:ext cx="0" cy="685800"/>
          </a:xfrm>
          <a:prstGeom prst="line">
            <a:avLst/>
          </a:prstGeom>
          <a:noFill/>
          <a:ln w="25400">
            <a:solidFill>
              <a:srgbClr val="4A4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47472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6F3EF"/>
          </a:solidFill>
          <a:ln w="12700">
            <a:solidFill>
              <a:srgbClr val="4A47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474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内容组合3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48256" y="2002536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59936" y="2002536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71616" y="2002536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不同路径触发不同内容组合，实现个性化体验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2026-08-03T16:39:42Z</dcterms:created>
  <dcterms:modified xsi:type="dcterms:W3CDTF">2026-08-03T16:39:42Z</dcterms:modified>
</cp:coreProperties>
</file>