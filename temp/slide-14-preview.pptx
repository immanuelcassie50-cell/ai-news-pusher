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认知重建：风险就在管理动作里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 SHIFT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8D99A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3840480" cy="1828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旧思维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8404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130552"/>
            <a:ext cx="256032" cy="256032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30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法律风险 = 法务部门的事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633472"/>
            <a:ext cx="256032" cy="256032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2560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签合同 = 走个流程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136392"/>
            <a:ext cx="256032" cy="256032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36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出事了再找律师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639312"/>
            <a:ext cx="256032" cy="256032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39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证据？到时候再说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142232"/>
            <a:ext cx="256032" cy="256032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42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管理动作与风险无关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4846320" y="137160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1691640"/>
            <a:ext cx="3840480" cy="1828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新思维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46320" y="1874520"/>
            <a:ext cx="38404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0" y="2130552"/>
            <a:ext cx="256032" cy="25603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130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2057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法律风险 = 经营风险的一部分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0" y="2633472"/>
            <a:ext cx="256032" cy="25603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26334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94960" y="2560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 = 商业利益的法律保障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0" y="3136392"/>
            <a:ext cx="256032" cy="25603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136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3063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事前防范 &gt; 事中救火 &gt; 事后补救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0" y="3639312"/>
            <a:ext cx="256032" cy="25603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639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94960" y="3566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证据留痕 = 管理规范的一部分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29200" y="4142232"/>
            <a:ext cx="256032" cy="25603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4142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9496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管理动作决定风险高低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" y="4709160"/>
            <a:ext cx="7772400" cy="347472"/>
          </a:xfrm>
          <a:prstGeom prst="roundRect">
            <a:avLst>
              <a:gd name="adj" fmla="val 15789"/>
            </a:avLst>
          </a:prstGeom>
          <a:solidFill>
            <a:srgbClr val="2B2D42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7091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风险防控不是额外负担，而是高质量管理的重要组成部分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2026-07-20T12:13:16Z</dcterms:created>
  <dcterms:modified xsi:type="dcterms:W3CDTF">2026-07-20T12:13:16Z</dcterms:modified>
</cp:coreProperties>
</file>