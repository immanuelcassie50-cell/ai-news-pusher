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B850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核心要点：带走这些关键信息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57200" y="841248"/>
            <a:ext cx="1371600" cy="4572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051560"/>
            <a:ext cx="804672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F5F0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051560"/>
            <a:ext cx="502920" cy="658368"/>
          </a:xfrm>
          <a:prstGeom prst="roundRect">
            <a:avLst>
              <a:gd name="adj" fmla="val 18182"/>
            </a:avLst>
          </a:prstGeom>
          <a:solidFill>
            <a:srgbClr val="B85042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1051560"/>
            <a:ext cx="274320" cy="658368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1179576"/>
            <a:ext cx="402336" cy="40233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17957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115568" y="112471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463040" y="1106424"/>
            <a:ext cx="6949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职业倦怠是可识别、可预防、可逆转的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63040" y="1399032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4A5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了解三维模型和早期信号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1874520"/>
            <a:ext cx="804672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F5F0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1874520"/>
            <a:ext cx="502920" cy="658368"/>
          </a:xfrm>
          <a:prstGeom prst="roundRect">
            <a:avLst>
              <a:gd name="adj" fmla="val 18182"/>
            </a:avLst>
          </a:prstGeom>
          <a:solidFill>
            <a:srgbClr val="B85042"/>
          </a:solidFill>
          <a:ln/>
        </p:spPr>
      </p:sp>
      <p:sp>
        <p:nvSpPr>
          <p:cNvPr id="15" name="Shape 13"/>
          <p:cNvSpPr/>
          <p:nvPr/>
        </p:nvSpPr>
        <p:spPr>
          <a:xfrm>
            <a:off x="777240" y="1874520"/>
            <a:ext cx="274320" cy="658368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6" name="Shape 14"/>
          <p:cNvSpPr/>
          <p:nvPr/>
        </p:nvSpPr>
        <p:spPr>
          <a:xfrm>
            <a:off x="640080" y="2002536"/>
            <a:ext cx="402336" cy="40233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200253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115568" y="194767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463040" y="1929384"/>
            <a:ext cx="6949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压力源是多元的，需要系统应对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463040" y="2221992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4A5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结构+情感+组织性压力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48640" y="2697480"/>
            <a:ext cx="804672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F5F0E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2697480"/>
            <a:ext cx="502920" cy="658368"/>
          </a:xfrm>
          <a:prstGeom prst="roundRect">
            <a:avLst>
              <a:gd name="adj" fmla="val 18182"/>
            </a:avLst>
          </a:prstGeom>
          <a:solidFill>
            <a:srgbClr val="B85042"/>
          </a:solidFill>
          <a:ln/>
        </p:spPr>
      </p:sp>
      <p:sp>
        <p:nvSpPr>
          <p:cNvPr id="23" name="Shape 21"/>
          <p:cNvSpPr/>
          <p:nvPr/>
        </p:nvSpPr>
        <p:spPr>
          <a:xfrm>
            <a:off x="777240" y="2697480"/>
            <a:ext cx="274320" cy="658368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24" name="Shape 22"/>
          <p:cNvSpPr/>
          <p:nvPr/>
        </p:nvSpPr>
        <p:spPr>
          <a:xfrm>
            <a:off x="640080" y="2825496"/>
            <a:ext cx="402336" cy="40233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282549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1115568" y="277063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463040" y="2752344"/>
            <a:ext cx="6949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心理韧性是可以训练的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463040" y="3044952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4A5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STOP技术、认知重构、正念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548640" y="3520440"/>
            <a:ext cx="804672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F5F0E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48640" y="3520440"/>
            <a:ext cx="502920" cy="658368"/>
          </a:xfrm>
          <a:prstGeom prst="roundRect">
            <a:avLst>
              <a:gd name="adj" fmla="val 18182"/>
            </a:avLst>
          </a:prstGeom>
          <a:solidFill>
            <a:srgbClr val="B85042"/>
          </a:solidFill>
          <a:ln/>
        </p:spPr>
      </p:sp>
      <p:sp>
        <p:nvSpPr>
          <p:cNvPr id="31" name="Shape 29"/>
          <p:cNvSpPr/>
          <p:nvPr/>
        </p:nvSpPr>
        <p:spPr>
          <a:xfrm>
            <a:off x="777240" y="3520440"/>
            <a:ext cx="274320" cy="658368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32" name="Shape 30"/>
          <p:cNvSpPr/>
          <p:nvPr/>
        </p:nvSpPr>
        <p:spPr>
          <a:xfrm>
            <a:off x="640080" y="3648456"/>
            <a:ext cx="402336" cy="40233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3" name="Text 31"/>
          <p:cNvSpPr/>
          <p:nvPr/>
        </p:nvSpPr>
        <p:spPr>
          <a:xfrm>
            <a:off x="640080" y="364845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1115568" y="359359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1463040" y="3575304"/>
            <a:ext cx="6949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意义感是抵御倦怠的核心力量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463040" y="3867912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4A5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定期反思和连接核心价值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548640" y="4343400"/>
            <a:ext cx="804672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F5F0E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48640" y="4343400"/>
            <a:ext cx="502920" cy="658368"/>
          </a:xfrm>
          <a:prstGeom prst="roundRect">
            <a:avLst>
              <a:gd name="adj" fmla="val 18182"/>
            </a:avLst>
          </a:prstGeom>
          <a:solidFill>
            <a:srgbClr val="B85042"/>
          </a:solidFill>
          <a:ln/>
        </p:spPr>
      </p:sp>
      <p:sp>
        <p:nvSpPr>
          <p:cNvPr id="39" name="Shape 37"/>
          <p:cNvSpPr/>
          <p:nvPr/>
        </p:nvSpPr>
        <p:spPr>
          <a:xfrm>
            <a:off x="777240" y="4343400"/>
            <a:ext cx="274320" cy="658368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40" name="Shape 38"/>
          <p:cNvSpPr/>
          <p:nvPr/>
        </p:nvSpPr>
        <p:spPr>
          <a:xfrm>
            <a:off x="640080" y="4471416"/>
            <a:ext cx="402336" cy="40233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1" name="Text 39"/>
          <p:cNvSpPr/>
          <p:nvPr/>
        </p:nvSpPr>
        <p:spPr>
          <a:xfrm>
            <a:off x="640080" y="447141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2000" dirty="0"/>
          </a:p>
        </p:txBody>
      </p:sp>
      <p:sp>
        <p:nvSpPr>
          <p:cNvPr id="42" name="Text 40"/>
          <p:cNvSpPr/>
          <p:nvPr/>
        </p:nvSpPr>
        <p:spPr>
          <a:xfrm>
            <a:off x="1115568" y="441655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850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1463040" y="4398264"/>
            <a:ext cx="6949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行动从今天开始，从小步开始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1463040" y="4690872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4A5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制定SMART目标，建立支持系统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8046720" y="4297680"/>
            <a:ext cx="548640" cy="548640"/>
          </a:xfrm>
          <a:prstGeom prst="ellipse">
            <a:avLst/>
          </a:prstGeom>
          <a:solidFill>
            <a:srgbClr val="F5F0EB">
              <a:alpha val="50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8321040" y="4023360"/>
            <a:ext cx="365760" cy="365760"/>
          </a:xfrm>
          <a:prstGeom prst="ellipse">
            <a:avLst/>
          </a:prstGeom>
          <a:solidFill>
            <a:srgbClr val="D4A574">
              <a:alpha val="60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8503920" y="4663440"/>
            <a:ext cx="365760" cy="274320"/>
          </a:xfrm>
          <a:prstGeom prst="roundRect">
            <a:avLst>
              <a:gd name="adj" fmla="val 16667"/>
            </a:avLst>
          </a:prstGeom>
          <a:solidFill>
            <a:srgbClr val="B85042"/>
          </a:solidFill>
          <a:ln/>
        </p:spPr>
      </p:sp>
      <p:sp>
        <p:nvSpPr>
          <p:cNvPr id="48" name="Text 46"/>
          <p:cNvSpPr/>
          <p:nvPr/>
        </p:nvSpPr>
        <p:spPr>
          <a:xfrm>
            <a:off x="8503920" y="46634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2026-07-18T00:09:25Z</dcterms:created>
  <dcterms:modified xsi:type="dcterms:W3CDTF">2026-07-18T00:09:25Z</dcterms:modified>
</cp:coreProperties>
</file>