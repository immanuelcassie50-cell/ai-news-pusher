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 · 奖金分配会议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"/>
            <a:ext cx="914400" cy="91440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560320"/>
            <a:ext cx="3200400" cy="137160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2286000"/>
            <a:ext cx="365760" cy="274320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2286000"/>
            <a:ext cx="365760" cy="274320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286000"/>
            <a:ext cx="365760" cy="274320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03120" y="3749040"/>
            <a:ext cx="365760" cy="274320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3749040"/>
            <a:ext cx="365760" cy="274320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3749040"/>
            <a:ext cx="365760" cy="274320"/>
          </a:xfrm>
          <a:prstGeom prst="rect">
            <a:avLst/>
          </a:prstGeom>
          <a:solidFill>
            <a:srgbClr val="2B2D42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55448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554480"/>
            <a:ext cx="1828800" cy="822960"/>
          </a:xfrm>
          <a:prstGeom prst="rect">
            <a:avLst/>
          </a:prstGeom>
          <a:solidFill>
            <a:srgbClr val="2B2D42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1371600"/>
            <a:ext cx="73152" cy="32004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2103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时间：季度末下午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3957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地点：公司中会议室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6883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议题：Q2奖金分配方案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29809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2735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参与人员：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5661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项目经理 张明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8587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核心团队成员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HRBP 李娜（旁听）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44439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跨级领导 王总（远程）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5029200" cy="320040"/>
          </a:xfrm>
          <a:prstGeom prst="rect">
            <a:avLst/>
          </a:prstGeom>
          <a:solidFill>
            <a:srgbClr val="C1121F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72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紧张程度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88720" y="4617720"/>
            <a:ext cx="2286000" cy="2286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4617720"/>
            <a:ext cx="1645920" cy="2286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2026-06-23T15:21:18Z</dcterms:created>
  <dcterms:modified xsi:type="dcterms:W3CDTF">2026-06-23T15:21:18Z</dcterms:modified>
</cp:coreProperties>
</file>