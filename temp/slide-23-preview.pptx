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履约后维权路径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时效管理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4864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194560"/>
            <a:ext cx="7315200" cy="27432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1965960"/>
            <a:ext cx="457200" cy="45720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788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协商和解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3291840"/>
            <a:ext cx="146304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38328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首选方案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友好协商解决争议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0" y="196596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88920" y="265176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88920" y="2788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律师函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063240" y="3291840"/>
            <a:ext cx="146304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338328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正式催告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施加法律压力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77840" y="196596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8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37760" y="265176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2788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仲裁/诉讼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12080" y="3291840"/>
            <a:ext cx="146304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338328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法律途径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主张合法权益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26680" y="196596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77266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86600" y="265176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086600" y="2788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执行追偿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60920" y="3291840"/>
            <a:ext cx="146304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9" name="Text 27"/>
          <p:cNvSpPr/>
          <p:nvPr/>
        </p:nvSpPr>
        <p:spPr>
          <a:xfrm>
            <a:off x="7223760" y="338328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生效文书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申请强制执行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297680"/>
            <a:ext cx="7955280" cy="548640"/>
          </a:xfrm>
          <a:prstGeom prst="roundRect">
            <a:avLst>
              <a:gd name="adj" fmla="val 13333"/>
            </a:avLst>
          </a:prstGeom>
          <a:solidFill>
            <a:srgbClr val="EF233C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976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重要提醒：诉讼时效一般为3年，务必在时效期内主张权利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2026-07-20T12:11:42Z</dcterms:created>
  <dcterms:modified xsi:type="dcterms:W3CDTF">2026-07-20T12:11:42Z</dcterms:modified>
</cp:coreProperties>
</file>