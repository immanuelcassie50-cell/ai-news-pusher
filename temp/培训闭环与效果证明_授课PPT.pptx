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00000"/>
                </a:solidFill>
                <a:latin typeface="Microsoft YaHei"/>
              </a:defRPr>
            </a:pPr>
            <a:r>
              <a:t>培训闭环与效果证明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66666"/>
                </a:solidFill>
                <a:latin typeface="Microsoft YaHei"/>
              </a:defRPr>
            </a:pPr>
            <a:r>
              <a:t>从完课率到ROI的数据驱动实操路径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57600"/>
            <a:ext cx="36576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800">
                <a:solidFill>
                  <a:srgbClr val="666666"/>
                </a:solidFill>
                <a:latin typeface="Microsoft YaHei"/>
              </a:defRPr>
            </a:pPr>
            <a:r>
              <a:t>授课讲师：罗宏伟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课程时长：2天（每天6小时，共12小时）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课程学习目标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• 认知重构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理解从"完课率"到"ROI"的全链路评估逻辑，建立数据驱动思维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• 体系建设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能够设计一套覆盖学习行为数据、业务关联数据的采集方案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• 指标设计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能够根据培训目标，设计从反应层到成果层的完整指标体系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• ROI计算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能够计算培训的货币价值，向管理层证明培训的投资回报率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• 闭环运营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能够基于数据，持续优化培训计划并推动迭代改进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• 成果汇报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能够向管理层呈现专业的培训效果报告，驱动资源支持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课程学习地图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模块一：培训效果评估的认知升级 — 为什么做了培训却说不清价值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模块二：数据采集体系建设 — 数据从哪来、怎么采、采什么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模块三：培训指标体系建设 — 指标那么多，哪些才有用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模块四：培训ROI计算实操 — ROI到底怎么算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模块五：数据驱动闭环运营 — 数据有了，怎么用起来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模块六：成果展示与汇报 — 怎么让管理层相信培训有价值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综合演练：培训效果证明手册 — 把所有产出整合成一套完整方案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C00000"/>
                </a:solidFill>
                <a:latin typeface="Georgia"/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2400">
                <a:solidFill>
                  <a:srgbClr val="666666"/>
                </a:solidFill>
                <a:latin typeface="Microsoft YaHei"/>
              </a:defRPr>
            </a:pPr>
            <a:r>
              <a:t>企业培训行业有一个被反复验证的数据差距：建立了完整培训效果评估体系的企业，其培训ROI是仅有基础线上学习追踪企业的2.3倍。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- ATD State of the Industry Report, 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核心问题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培训做了，课也上了，学员满意度也不错——但老板问'培训到底带来了什么业务价值'的时候，你拿不出能让管理层信服的数据。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这个困境的背后，是大多数培训管理者只掌握了"完课率"这一层指标，而没有建立起从"学习行为"到"业务成果"的完整数据链条。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第一部分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培训效果评估的认知升级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为什么"完课率85%"不是一个答案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完课率是学习行为指标，不是效果指标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2.3倍差距的真正含义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• 不是"花钱多效果好"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两类企业的培训预算中位数没有显著差异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6666"/>
                </a:solidFill>
                <a:latin typeface="Microsoft YaHei"/>
              </a:defRPr>
            </a:pPr>
            <a:r>
              <a:t>• 而是"知道如何追踪和优化培训价值"的企业，和"只知道完课率"的企业之间的差距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知道哪些培训真的有效，从而优化资源分配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知道哪些培训无效，从而停止浪费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能够用数据证明培训价值，从而获得更多资源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柯氏四级评估框架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名称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核心问题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衡量内容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常见指标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反应层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学员喜欢这个培训吗？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学员对培训的即时感受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满意度评分、净推荐值（NPS）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学习层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学员学到了什么？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知识、技能、态度的习得程度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考试/测试成绩、技能考核得分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行为层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学员回到岗位后，行为改变了吗？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培训内容在工作中的应用程度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行为观察合格率、标准化操作执行率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L4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成果层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培训对业务产生了什么影响？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业务结果的改善情况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质量合格率、客诉率、离职率、ROI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关键认知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四个层级不是"四选一"，而是层层递进的关系。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没有前一层级打好的基础，就不可能有后一层级的结果。没有L2（学到知识），不可能有L3（行为改变）；没有L3（行为改变），不可能有L4（业务成果）。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完课率在哪一级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完课率不属于任何一级评估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完课率是一个学习行为指标，反映的是"学员有没有完成学习过程"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完课率可以辅助L1和L2的评估，但不能替代任何一个层级的评估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行业现状：大多数企业停在哪个层级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评估层级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实施比例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L1 反应层（有系统性的满意度调查）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约75%的企业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L2 学习层（有考核或测评）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约50%的企业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L3 行为层（有结构化的行为追踪）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约20%的企业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L4 成果层（有业务指标关联）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约10%的企业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L4+ ROI计算（货币化收益）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不到5%的企业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评估升级的三大障碍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评估升级的三大障碍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障碍一：数据缺失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L3行为层和L4成果层的数据没有被系统性采集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LMS只记录"有没有完成"，不记录"用没用"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业务数据在业务系统里，培训部没有权限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障碍二：指标模糊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没有把"培训效果"转化为可量化的业务指标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说"提升管理能力"，但没有定义用什么数字衡量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560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"减少质量事故"，但没有明确"减少多少算有效"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障碍三：因果归因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无法证明业务指标的改善是培训造成的，而非其他因素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"这个季度销售额提升了，是培训的效果吗？还是市场好了？"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"客诉率下降了，是培训的效果？还是换了客服主管？"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业务指标的改善可能来自多种因素，培训只是其中一种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企业培训评估层级自测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第一步：对照各层级标准，判断你企业目前做到了哪个层级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L1 反应层：有没有系统性的培训满意度调查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L2 学习层：有没有考核或测评机制，能衡量学员的知识/技能习得程度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L3 行为层：有没有结构化的机制追踪学员培训后的行为改变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L4 成果层：能不能将培训与业务指标关联，能看到业务指标的改善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ROI计算：能不能将培训收益货币化，计算出ROI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第二步：识别你企业向L3/L4升级的核心障碍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数据缺失 — 行为层和成果层的数据没有系统性采集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指标模糊 — "培训效果"没有转化为可量化的业务指标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因果归因 — 无法证明业务改善是培训带来的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系统断连 — 学习数据（培训系统）和业务数据（业务系统）没有打通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部门壁垒 — 业务部门不配合提供数据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本部分小结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第一部分：知识框架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核心问题：为什么做了培训却说不清价值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模块一：2.3倍差距的真正含义 — 不是"花钱多效果好"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模块二：柯氏四级评估框架 — L1→L2→L3→L4层层递进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模块三：评估升级的三大障碍 — 数据缺失/指标模糊/因果归因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第二部分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数据采集体系建设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开场思考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没有数据，评估就是空中楼阁。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ROI计算需要业务数据，行为追踪需要过程数据，而这些数据不会凭空出现——需要你主动去设计、去推动、去建立机制。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数据采集的三个原则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数据采集三原则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原则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没做到的后果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可追踪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数据能够被系统性地记录，而不是靠人工回忆或临时填表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数据不完整、不真实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可量化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数据必须转化为数字形式，才能进行后续的计算和比较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无法做统计分析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可关联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学习数据必须能够和业务数据打通，否则永远只是"学习数据"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无法做ROI分析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关键认知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三个原则的关系是层层递进的——不可追踪的数据，必然不可量化；不可量化的数据，必然不可关联。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可关联是最高标准，也是ROI计算的前提。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学习行为数据的五层采集框架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学习行为数据五层框架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71600"/>
                <a:gridCol w="3200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数据层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描述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具体数据项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采集难度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L0 基础层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学员的静态信息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部门、岗位、司龄、职级、学历等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 容易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L1 登录层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学员有没有来学习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登录次数、登录时间分布、最后登录时间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 容易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L2 完课层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学员有没有学完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课程完成率、章节完成率、学习进度排名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 容易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L3 互动层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学员有没有深度参与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讨论区发言、答疑提问、作业提交、笔记记录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⭐⭐ 中等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L4 掌握层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学员真的掌握了吗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测评得分、实操练习得分、场景模拟成绩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⭐⭐⭐ 较难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业务关联数据的四种采集方法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业务数据采集方法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操作要点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业务系统对接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有标准化CRM/OA/ERP/MES系统的企业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与IT部门协作，通过API或数据报表获取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业务部门定期填报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业务数据难以自动采集的场景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设计简化的业务数据填报模板，每月/每季度收集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绩效数据关联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培训与绩效评估体系挂钩的企业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从绩效管理系统获取培训前后的绩效对比数据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问卷/访谈调查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缺乏系统数据支持的企业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设计标准化的业务改善感知问卷，定期收集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数据采集的常见坑与应对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四大常见坑与应对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7955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164592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坑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具体表现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应对方法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数据孤岛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学习数据和业务数据存在不同系统，无法关联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无法做ROI分析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建立统一的学员ID映射，或推动系统集成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数据质量差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完课数据依赖学员"自点击"，可以刷课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数据失真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引入深度学习行为指标（停留时长、互动频率）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采集负担重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业务部门抱怨填报数据太麻烦，配合度低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数据中断或不完整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最小化数据采集字段，只采集真正需要的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数据隐私合规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采集员工个人行为数据未经过合规审批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法律风险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提前做好数据使用协议和隐私合规审查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本部分小结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第二部分：知识框架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模块一：数据采集三原则 — 可追踪→可量化→可关联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模块二：学习行为数据五层框架 — L0基础层→L4掌握层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模块三：业务数据四种采集方法 — 系统对接/定期填报/绩效关联/问卷访谈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模块四：四大常见坑 — 数据孤岛/数据质量差/采集负担重/隐私合规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第三部分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培训指标体系建设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开场思考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指标设计，不是从"能采集什么"开始。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"能采集什么"不等于"应该衡量什么"。真正有效的指标设计，逻辑应该是"目标导向"——从业务目标开始，逆向推导需要衡量什么指标。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指标设计的三个起点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指标设计三起点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起点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业务需求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这个培训要解决什么业务问题？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业务目标（定性）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行为目标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为了解决这个问题，学员需要做出什么行为改变？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行为目标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学习目标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学员需要学习什么内容、投入多少时间？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学习目标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三层指标体系的构建方法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三层指标体系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指标类型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回答的问题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时间维度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反应层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满意度/体验指标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学员喜欢这个培训吗？学得愉快吗？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培训结束时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行为层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应用/行为指标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学员回到岗位后，有没有用上培训所学？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培训后1-3个月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成果层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业务/成效指标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业务目标达成了吗？问题解决了吗？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培训后3-12个月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行为层指标设计——BEO框架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BEO框架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要素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全称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Behavior（行为）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具体、可观察的学员行为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"使用新的话术与客户沟通"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Evidence（证据）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如何证明这个行为发生了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"销售会话记录中出现了新话术的关键词"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Observation（观察条件）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在什么条件下观察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"在模拟电话场景中"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成果层指标设计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成果层指标类型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计算难度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直接业务指标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可以直接归因到培训效果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质检合格率从92%提升到96%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⭐⭐⭐ 较难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间接业务指标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受多因素影响，但可作为参考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客户满意度提升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⭐⭐⭐ 较难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财务指标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可以货币化呈现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废品率降低节省成本X元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⭐⭐⭐⭐ 难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指标权重设计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权重设计原则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权重原则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反应层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权重较低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体验层是基础，但非核心目标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行为层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权重中等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连接学习和成果的关键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成果层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权重最高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业务成效是最终目标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常见误区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把大量权重放在反应层（满意度占70%以上）。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这会导致"追求满意度"而非"追求效果"——为了让学生说好话，降低考核难度、减少课程内容。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本部分小结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第三部分：知识框架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模块一：指标设计的三个起点 — 业务需求→行为目标→学习目标→指标体系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模块二：三层指标体系构建 — L1反应层/L3行为层/L4成果层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模块三：指标权重设计 — 行为层权重≥反应层权重，成果层权重≥行为层权重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第四部分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培训ROI计算实操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开场思考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为什么ROI是终极答案？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满意度、完课率、测评成绩——这些数字都回答不了"值不值"这个问题。ROI把培训的收益和成本都换算成"钱"，让你可以直接回答"这个培训赚了多少、亏了多少"。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ROI公式与底层逻辑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培训ROI的标准公式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ROI（%）= [（培训总收益 - 培训总成本） ÷ 培训总成本] × 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变量说明：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• 培训总成本：实施这个培训项目所花费的全部资金（直接+间接）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• 培训总收益：培训带来的货币化价值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• 净货币收益：总收益减去总成本的差值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ROI值解读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ROI值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解读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ROI = 200%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每投入1元，赚了2元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绩效显著，非常理想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ROI = 100%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每投入1元，赚了1元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收回成本，还赚1元，达标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ROI = 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每投入1元，赚了0.5元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有正收益，但未收回成本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ROI = 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每投入1元，不赔不赚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刚好收回成本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ROI = -30%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每投入1元，亏了0.3元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亏损，需要分析原因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成本计算的完整框架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成本分类总览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成本类型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明细项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直接成本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讲师费/课酬、教材/讲义印刷、场地/设备租赁、外部培训/认证费、差旅费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可以直接计入该项目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间接成本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学员参加培训的时间成本、培训管理人员的工资分摊、培训系统/平台的运维成本、机会成本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需要分摊计算，容易被忽视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最常见的错误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只计算直接成本，忽略间接成本（尤其是学员时间成本），导致成本被严重低估，ROI被虚高。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货币收益的计算方法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三种收益计算方法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方法一：直接法（最准确）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适用：生产质量指标、废品率、事故率等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步骤：确定业务指标→获取基线值→获取改善后值→计算改善幅度→乘以业务量→乘以单位价值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05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0000"/>
                </a:solidFill>
                <a:latin typeface="Microsoft YaHei"/>
              </a:defRPr>
            </a:pPr>
            <a:r>
              <a:t>方法二：间接法（专家判断）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适用：难以直接量化的业务改善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通过专家判断或业务负责人估算来确定收益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60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• 必须明确说明这是"基于专家判断的估算"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效果隔离——证明因果关系的技术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为什么效果隔离这么难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业务指标的改善，几乎永远是"多因素"的。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业务指标改善 = 培训效果 + 市场因素 + 团队因素 + 管理层因素 + 运气 + ...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四种效果隔离方法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可靠性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适用条件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对照组设计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⭐⭐⭐⭐⭐ 最高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可以随机分配学员到实验组和对照组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前后对比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⭐⭐⭐⭐ 较高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无法设置对照组，但有历史数据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趋势分析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⭐⭐⭐ 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业务指标有明显的趋势或季节性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业务负责人判断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⭐⭐ 参考使用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其他方法都不可行时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归因比例参考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归因比例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80%-100%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大部分归因于培训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培训与业务指标高度相关，且无明显其他因素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50%-80%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多因素共同作用，培训是主要因素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最常见的归因区间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20%-50%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多因素共同作用，培训是辅助因素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当业务指标受多种因素显著影响时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&lt;20%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培训贡献较小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应坦诚披露，并说明其他因素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关键原则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归因比例必须有依据、有逻辑、保守。宁可低估，不要高估。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ROI计算五步骤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ROI计算步骤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第一步：收集数据 — 采集培训项目各层级指标的数据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第二步：换算货币收益 — 将业务指标的改善换算为货币价值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第三步：计算培训成本 — 全面计算培训项目的所有成本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第四步：隔离培训效果 — 通过方法分离培训带来的效果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第五步：计算ROI — 套用公式，计算ROI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ROI结果的解读与沟通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不同ROI结果的沟通策略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ROI值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沟通策略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&gt; 150%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非常理想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重点说明成功因素，可以作为最佳实践推广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100%-150%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客观呈现，说明ROI计算方法和假设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50%-100%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有正收益但未达标准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坦诚分析制约因素，提出改进建议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&lt; 50%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ROI较低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深入分析原因，判断是否继续投入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负值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亏损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诚实说明，分析原因，考虑停止或大幅调整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本部分小结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第四部分：知识框架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模块一：ROI公式 — ROI=（净货币收益÷总成本）×100%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模块二：成本计算 — 直接成本vs间接成本，学员时间成本最易被低估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模块三：收益计算 — 直接法（最准）→间接法→影子价值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模块四：效果隔离 — 对照组→前后对比→趋势分析→专家判断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第五部分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数据驱动闭环运营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开场思考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为什么大多数培训"无效"？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培训的真正价值，不是在培训结束那一刻释放的，而是在培训之后的工作中持续体现的。但大多数培训管理者的精力，都花在了"培训前"和"培训中"——培训一结束，工作就结束了。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闭环思维的本质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培训闭环的核心逻辑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计划（Plan）→ 实施（Do）→ 检查（Check）→ 改进（Act）→ 计划（Plan'）→ 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这不是一个线性流程，而是一个不断螺旋上升的循环。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闭环为什么重要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对比维度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没有闭环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有闭环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培训价值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一次性释放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持续释放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问题发现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很久之后才发现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实时监控，快速响应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改进行动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凭经验、拍脑袋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凭数据、有依据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资源分配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平均分配或看领导脸色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精准投放给高ROI项目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培训团队价值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"花钱的部门"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"创造价值的部门"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PDCA循环在培训中的应用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PDCA四阶段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核心任务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关键动作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Plan（计划）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明确目标、设计指标、规划数据采集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业务需求分析、目标设定、指标设计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Do（实施）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按计划执行，同时采集过程数据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课程设计、教学实施、学习支持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Check（检查）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分析数据、评估效果、发现问题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数据收集、指标分析、ROI计算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Act（改进）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基于检查结果，优化下一轮计划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问题识别、改进措施、更新计划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数据驱动决策的三个层级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数据分析三层级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描述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决策类型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示例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描述性分析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发生了什么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回顾性判断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"这个培训项目的完课率是75%"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诊断性分析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为什么会发生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原因分析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"完课率低是因为第三章的实操练习太难"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预测性分析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接下来会发生什么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前瞻性决策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"如果把第三章拆成两节，完课率预计能到85%"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关键认知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大多数培训管理者停留在"描述性分析"阶段——知道发生了什么，但不知道为什么、也不知道下一步怎么做。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闭环运营要求至少进入"诊断性分析"阶段，而理想状态是达到"预测性分析"阶段。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培训运营仪表盘设计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仪表盘核心模块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展示内容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关键指标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更新频率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学习概览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整体学习情况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完课率、平均学习时长、激活率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实时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效果概览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培训效果汇总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各层级指标达成率、ROI估算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月度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项目追踪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各培训项目进展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单项目完课率、通过率、满意度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周度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异常预警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需要关注的问题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完课率低于阈值、满意度下降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实时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本部分小结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第五部分：知识框架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模块一：闭环思维 — Plan→Do→Check→Act循环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模块二：PDCA四阶段 — 计划/实施/检查/改进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模块三：数据驱动决策三层级 — 描述性→诊断性→预测性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第六部分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成果展示与汇报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开场思考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为什么汇报比培训本身更重要？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培训效果汇报，是培训价值的最终证明时刻。你前期做得再好，如果在汇报时不能让管理层信服，所有的努力都会打折扣。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管理层真正想听什么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管理层三问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潜台词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汇报重点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"花了多少钱？"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投资是否合理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成本结构、投入产出比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"带来了什么？"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收益是否值得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业务指标改善、ROI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"和其他选择比呢？"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机会成本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对比分析、替代方案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关键认知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管理层不是不想听数据，而是想听和钱有关的数据。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"满意度、完课率"这些"过程数据"对他们来说是噪音，"ROI是多少"才是信号。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不同受众的信息需求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四类典型受众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受众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最关心的点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汇报重点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呈现方式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CEO/高管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战略价值、ROI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ROI数字、业务影响力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一页纸执行摘要、数字+故事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业务部门负责人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业务指标改善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具体指标的前后对比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数据对比图表、业务语言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HR同行/培训同行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方法论、数据质量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评估方法论、数据可靠性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详细数据、工具模板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培训学员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学习收获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自己的成长和收获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个人学习报告、证书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七步汇报结构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汇报七步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时间占比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注意事项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1. 开场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培训项目背景和目标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30秒内切入，不要从历史讲起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2. 方法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评估框架和数据来源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建立可信度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3. 投入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成本结构说明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透明呈现，建立信任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4. 产出-反应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满意度数据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不要花太多时间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5. 产出-学习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学习效果数据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重点展示技能/知识提升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6. 产出-行为/成果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业务指标改善+ROI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核心重点，用数据说话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7. 结论与建议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下一步行动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提出具体建议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数据可视化五项原则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选对图表类型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比较：用柱状图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趋势：用折线图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构成：用饼图/堆叠柱状图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关联：用散点图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分布：用直方图/箱线图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五项原则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原则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常见错误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选对图表类型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比较用柱状图、趋势用折线图、构成用饼图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用错图表类型导致信息传达错误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去掉不必要的装饰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3D效果、阴影、过多颜色都是干扰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华而不实的图表反而降低可信度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突出关键数字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用箭头、色块标注关键数字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听众需要找很久才能看到重点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注明数据来源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每个图表下方标注数据来源和时间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没有来源的数据=没有说服力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结论先行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先说结论，再说图表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不要让听众自己解读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汇报现场应对技巧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六类典型质疑与应对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问题类型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典型问题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应对思路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质疑数据可信度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"这个数据是怎么来的？"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提前准备数据来源说明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质疑因果归因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"怎么证明是培训的效果？"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说明效果隔离方法和局限性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质疑方法论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"为什么用这个评估框架？"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解释选择原因和行业通用性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关注成本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"花这么多钱，值得吗？"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直接展示ROI数字和对标数据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要求更多信息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"能再详细讲讲吗？"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准备附录材料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提出反对意见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"我觉得没什么用"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先倾听，再以数据回应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本部分小结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第六部分：知识框架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模块一：培训效果汇报的本质 — 回答"花了多少钱/带来了什么/值不值"三个问题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模块二：不同受众需求 — CEO/业务部门/HR同行/学员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模块三：七步汇报结构 — 开场→方法→投入→产出→结论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第七部分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综合演练与课程总结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核心目标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09728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C00000"/>
                </a:solidFill>
                <a:latin typeface="Microsoft YaHei"/>
              </a:defRPr>
            </a:pPr>
            <a:r>
              <a:t>将前六个模块的产出整合成一套完整、连贯、可直接在实际工作中使用的"培训效果证明手册"。</a:t>
            </a:r>
          </a:p>
          <a:p>
            <a:pPr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这不是一个孤立的练习，而是把前六天所有的产出串联成一条完整的证据链。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演练流程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综合演练五阶段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回顾与整合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20分钟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回顾前六个模块的产出，确认每个模块的产出都已完成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串联与补全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40分钟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将各模块产出串联成完整链路，识别缺失环节并补全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模拟汇报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30分钟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每人用3分钟向组内汇报自己的培训效果证明手册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反馈与优化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20分钟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组内互评，提出改进建议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总结与承诺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10分钟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每人写下课程结束后的第一个行动承诺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培训效果证明手册模板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手册结构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1. 培训项目概述（项目名称、业务背景、培训目标、目标学员、培训形式、时间）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2. 评估框架与指标体系（柯氏四级、指标体系）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3. 数据采集方案（采集字段清单、来源和责任人、采集频率）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4. 数据分析结果（反应层、学习层、行为层、成果层数据）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5. ROI计算（成本明细、收益明细、ROI计算结果、效果隔离说明）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6. 结论与建议（培训效果总结、成功因素分析、待改进领域、下一步行动计划）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7. 附件（原始数据、数据采集工具、评估量表）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课程全景回顾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完整学习路径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第一部分：认知升级 — 理解为什么"完课率"不等于"培训效果"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第二部分：数据采集 — 知道数据从哪来、怎么采、采什么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第三部分：指标设计 — 把业务目标转化为可衡量的指标体系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第四部分：ROI计算 — 用货币语言证明培训价值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第五部分：闭环运营 — 让培训从一次性活动变成持续优化的系统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第六部分：成果汇报 — 让管理层看见培训的价值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综合演练 — 把以上所有产出整合成一套完整的证据链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三个核心认知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完课率不是培训效果，行为改变才是。培训效果的终极证明，不是学员"学完了"，而是学员"用上了"。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45919"/>
            <a:ext cx="320040" cy="32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ROI不是目的，是副产品。计算ROI是为了让培训管理者真正理解"培训带来了什么价值"。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闭环比评估更重要。评估的目的是改进。如果评估完了没有后续动作，那评估就只是"交差"，而不是"赋能"。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C00000"/>
                </a:solidFill>
                <a:latin typeface="Microsoft YaHei"/>
              </a:defRPr>
            </a:pPr>
            <a:r>
              <a:t>三十天行动计划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754880"/>
            <a:ext cx="2743200" cy="50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行动计划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行动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产出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第1周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选择一个正在做的培训项目，用F1判断当前评估层级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评估层级诊断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第2周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为这个项目设计数据采集方案（F2）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数据采集方案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第3周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设计这个项目的指标体系（F3）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指标体系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第4周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向老板/同事做一次3分钟的效果汇报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汇报材料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附录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术语速查与工具索引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术语速查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术语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定义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柯氏四级评估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全球最广泛使用的培训效果评估框架，包含反应层、学习层、行为层、成果层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ROI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投资回报率，衡量投入产出效率的通用商业语言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WSDF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学习数据采集规划表（What/Scale/Data Source/First Time）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PDCA循环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计划-实施-检查-改进的持续优化循环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BEO框架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行为指标设计的三个要素：Behavior、Evidence、Observation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工具表单速查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工具编号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工具名称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主要用途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培训效果评估层级判断卡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快速判断培训需求属于哪一级评估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F2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学习数据采集规划表（WSDF）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规划培训项目的数据采集方案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F3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培训指标体系设计表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设计从反应层到成果层的完整指标体系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F4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柯氏四级评估设计卡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为每一级评估设计具体评估工具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F5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培训ROI计算工作表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计算培训项目的投资回报率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F6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行为改变追踪表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追踪训后行为改变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F7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业务指标关联分析表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关联培训与业务数据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F8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培训效果报告模板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撰写效果报告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F9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培训闭环运营检查清单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闭环运营检查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F10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培训数据仪表盘模板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666666"/>
                          </a:solidFill>
                          <a:latin typeface="Microsoft YaHei"/>
                        </a:defRPr>
                      </a:pPr>
                      <a:r>
                        <a:t>设计数据仪表盘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课程结束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致出发者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C00000"/>
                </a:solidFill>
                <a:latin typeface="Georgia"/>
              </a:defRPr>
            </a:pPr>
            <a:r>
              <a:t>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defRPr sz="2400">
                <a:solidFill>
                  <a:srgbClr val="666666"/>
                </a:solidFill>
                <a:latin typeface="Microsoft YaHei"/>
              </a:defRPr>
            </a:pPr>
            <a:r>
              <a:t>当你下次被老板问"这个培训有什么效果"的时候，希望你能自信地回答：</a:t>
            </a:r>
          </a:p>
          <a:p>
            <a:pPr>
              <a:lnSpc>
                <a:spcPct val="150000"/>
              </a:lnSpc>
              <a:spcAft>
                <a:spcPts val="600"/>
              </a:spcAft>
              <a:defRPr sz="2400">
                <a:solidFill>
                  <a:srgbClr val="666666"/>
                </a:solidFill>
                <a:latin typeface="Microsoft YaHei"/>
              </a:defRPr>
            </a:pPr>
          </a:p>
          <a:p>
            <a:pPr>
              <a:lnSpc>
                <a:spcPct val="150000"/>
              </a:lnSpc>
              <a:spcAft>
                <a:spcPts val="600"/>
              </a:spcAft>
              <a:defRPr sz="2400">
                <a:solidFill>
                  <a:srgbClr val="666666"/>
                </a:solidFill>
                <a:latin typeface="Microsoft YaHei"/>
              </a:defRPr>
            </a:pPr>
            <a:r>
              <a:t>"让我用数据给你讲讲这个培训的价值。"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00000"/>
                </a:solidFill>
                <a:latin typeface="Microsoft YaHei"/>
              </a:defRPr>
            </a:pPr>
            <a:r>
              <a:t>这不是一门教你"怎么做培训"的课，而是一门教你"怎么证明培训有价值"的课。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• 而你，已经掌握了这项能力。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