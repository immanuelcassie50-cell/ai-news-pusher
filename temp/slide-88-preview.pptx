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9144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教育金需求识别话术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教育金规划场景切入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场景对话示例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876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150876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您希望孩子将来在哪里读书？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28600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22860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您有没有为孩子准备教育金？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6324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05840" y="30632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教育支出是刚性支出，您是怎么准备的？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4048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005840" y="38404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用保险做教育金规划，既有保障又能增值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434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5840" y="44348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用开放式问题引导家长思考教育金规划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2026-07-01T09:23:08Z</dcterms:created>
  <dcterms:modified xsi:type="dcterms:W3CDTF">2026-07-01T09:23:08Z</dcterms:modified>
</cp:coreProperties>
</file>