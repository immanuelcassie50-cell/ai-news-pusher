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回归分析实操：发现无法解释的薪酬差距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58200" y="4617720"/>
            <a:ext cx="548640" cy="4114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155448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0515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收集数据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 + 所有相关因素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8686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868680"/>
            <a:ext cx="155448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Shape 13"/>
          <p:cNvSpPr/>
          <p:nvPr/>
        </p:nvSpPr>
        <p:spPr>
          <a:xfrm>
            <a:off x="2697480" y="10515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9456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构建回归模型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控制工作经验、学历、岗位、绩效等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8686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868680"/>
            <a:ext cx="155448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10515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8620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检验保护因素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8620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性别/年龄/学历等系数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8686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868680"/>
            <a:ext cx="155448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0760" y="10515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7784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判断显著性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7784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&lt; 0.05 为显著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8686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868680"/>
            <a:ext cx="155448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0" y="10515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6948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解读结果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6948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得出审计结论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80260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771900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63540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55180" y="17373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315468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154680"/>
            <a:ext cx="137160" cy="1691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377440" y="32644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D90429"/>
          </a:solidFill>
          <a:ln/>
        </p:spPr>
      </p:sp>
      <p:sp>
        <p:nvSpPr>
          <p:cNvPr id="45" name="Text 43"/>
          <p:cNvSpPr/>
          <p:nvPr/>
        </p:nvSpPr>
        <p:spPr>
          <a:xfrm>
            <a:off x="2377440" y="32644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如果保护因素（性别/年龄/学历）系数显著为负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存在潜在歧视，需要进一步调查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31520" y="420624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4270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463040" y="42702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控制所有合理因素后，女性薪酬比男性低 12% → 需进一步调查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2026-08-10T09:56:50Z</dcterms:created>
  <dcterms:modified xsi:type="dcterms:W3CDTF">2026-08-10T09:56:50Z</dcterms:modified>
</cp:coreProperties>
</file>