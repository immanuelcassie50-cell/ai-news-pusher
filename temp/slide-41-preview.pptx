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能量管理：可持续的工作节奏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188720"/>
            <a:ext cx="640080" cy="640080"/>
          </a:xfrm>
          <a:prstGeom prst="ellipse">
            <a:avLst/>
          </a:prstGeom>
          <a:solidFill>
            <a:srgbClr val="F5F0EB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能量来源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210312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78608"/>
            <a:ext cx="109728" cy="109728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身体能量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6700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睡眠、营养、运动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90088"/>
            <a:ext cx="109728" cy="109728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80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情绪能量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0815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积极关系、兴趣爱好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401568"/>
            <a:ext cx="109728" cy="109728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918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认知能量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4930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专注、休息、挑战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13048"/>
            <a:ext cx="109728" cy="109728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03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精神能量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90448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意义、价值、使命感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10058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1188720"/>
            <a:ext cx="640080" cy="640080"/>
          </a:xfrm>
          <a:prstGeom prst="ellipse">
            <a:avLst/>
          </a:prstGeom>
          <a:solidFill>
            <a:srgbClr val="F5F0EB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47472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能量消耗因素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0" y="2331720"/>
            <a:ext cx="210312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0" y="2578608"/>
            <a:ext cx="109728" cy="109728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7" name="Text 25"/>
          <p:cNvSpPr/>
          <p:nvPr/>
        </p:nvSpPr>
        <p:spPr>
          <a:xfrm>
            <a:off x="3749040" y="2468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过度工作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66160" y="2990088"/>
            <a:ext cx="109728" cy="109728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负面情绪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566160" y="3401568"/>
            <a:ext cx="109728" cy="109728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31" name="Text 29"/>
          <p:cNvSpPr/>
          <p:nvPr/>
        </p:nvSpPr>
        <p:spPr>
          <a:xfrm>
            <a:off x="3749040" y="3291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无效沟通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566160" y="3813048"/>
            <a:ext cx="109728" cy="109728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33" name="Text 31"/>
          <p:cNvSpPr/>
          <p:nvPr/>
        </p:nvSpPr>
        <p:spPr>
          <a:xfrm>
            <a:off x="3749040" y="3703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缺乏意义感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9360" y="10058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0" y="1188720"/>
            <a:ext cx="640080" cy="640080"/>
          </a:xfrm>
          <a:prstGeom prst="ellipse">
            <a:avLst/>
          </a:prstGeom>
          <a:solidFill>
            <a:srgbClr val="F5F0EB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40080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能量管理策略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583680" y="2331720"/>
            <a:ext cx="210312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92240" y="2578608"/>
            <a:ext cx="109728" cy="109728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468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识别个人能量高峰时段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92240" y="2990088"/>
            <a:ext cx="109728" cy="109728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42" name="Text 40"/>
          <p:cNvSpPr/>
          <p:nvPr/>
        </p:nvSpPr>
        <p:spPr>
          <a:xfrm>
            <a:off x="667512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在高峰期处理重要事务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92240" y="3401568"/>
            <a:ext cx="109728" cy="109728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3291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安排适当的休息和恢复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92240" y="3813048"/>
            <a:ext cx="109728" cy="109728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3703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定期评估能量状态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2026-07-18T00:06:21Z</dcterms:created>
  <dcterms:modified xsi:type="dcterms:W3CDTF">2026-07-18T00:06:21Z</dcterms:modified>
</cp:coreProperties>
</file>