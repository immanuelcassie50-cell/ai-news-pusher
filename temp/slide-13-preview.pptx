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业务动作与法律风险的因果链（续）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财务结果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45936" y="13258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6345936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风险后果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擅自修改合同主要条款未告知对方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1847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8470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产生额外成本或损失无法得到补偿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1847088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5936" y="1847088"/>
            <a:ext cx="45720" cy="7498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84708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违约风险升级，可能被追究合同履行不能的责任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1518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以内部审批流程为由延迟对外履约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261518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261518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因逾期导致对方资金链断裂并索赔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45936" y="2615184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345936" y="2615184"/>
            <a:ext cx="45720" cy="7498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615184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对第三方承担违约金，声誉受损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83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公章/合同管理混乱，借用或滥用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01568" y="338328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3383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表见代理产生的法律后果由企业承担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45936" y="3383280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3383280"/>
            <a:ext cx="45720" cy="7498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33832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无单负责人签字也构成有效约束，承担巨额赔偿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1513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15137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轻信口头承诺，未核实关键信息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01568" y="41513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93008" y="415137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因重大误解或欺诈导致合同被撤销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45936" y="4151376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345936" y="4151376"/>
            <a:ext cx="45720" cy="7498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6437376" y="4151376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已交付的款项或货物难以追回，血本无归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EDF2F4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核心洞察：每一项业务动作，都对应着确定的财务结果和法律风险后果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2026-07-20T12:13:16Z</dcterms:created>
  <dcterms:modified xsi:type="dcterms:W3CDTF">2026-07-20T12:13:16Z</dcterms:modified>
</cp:coreProperties>
</file>