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知识分类与标签体系设计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Classification &amp; Tagging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2377440"/>
            <a:ext cx="137160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2377440"/>
            <a:ext cx="13716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0624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层级结构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2377440"/>
            <a:ext cx="137160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2377440"/>
            <a:ext cx="13716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多维标注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2377440"/>
            <a:ext cx="137160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2377440"/>
            <a:ext cx="13716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快速定位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让知识易于查找和复用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4297680"/>
            <a:ext cx="2286000" cy="137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4480560"/>
            <a:ext cx="1554480" cy="13716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4663440"/>
            <a:ext cx="1005840" cy="10972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2026-07-17T11:41:21Z</dcterms:created>
  <dcterms:modified xsi:type="dcterms:W3CDTF">2026-07-17T11:41:21Z</dcterms:modified>
</cp:coreProperties>
</file>