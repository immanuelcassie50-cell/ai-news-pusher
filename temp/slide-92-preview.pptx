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改进建议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 设 性 反 馈 · 具 体 可 执 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828800" cy="36576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5544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393192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操作说明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每人为展示者提供1-2条改进建议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基于"四有"标准的具体建议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建设性的反馈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54480"/>
            <a:ext cx="3931920" cy="457200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示范格式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21945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"建议：第二个案例可以更具体一些，加入具体数字会更可信"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4864" cy="457200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TIP：先肯定再建议，用"可以""也许"开头，比"但是"更让人接受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8046720" cy="1371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31F28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2026-06-24T01:36:20Z</dcterms:created>
  <dcterms:modified xsi:type="dcterms:W3CDTF">2026-06-24T01:36:20Z</dcterms:modified>
</cp:coreProperties>
</file>