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授权管理三原则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印章使用铁律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23060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230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空白文件不盖章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宁可得罪人 不可留隐患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18288" cy="7315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08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任何空白纸张、空白合同、空白协议一律不得加盖公章，防止被恶意填充或伪造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33472"/>
            <a:ext cx="73152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884932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849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他方文件不盖章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090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只盖自家章 不盖对方件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816352"/>
            <a:ext cx="18288" cy="7315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7706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对方提供的文件、合同、协议，未经审核不得直接盖章，避免被他方夹带不利条款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95344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95344"/>
            <a:ext cx="73152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146804"/>
            <a:ext cx="594360" cy="5943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1468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4005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越权事项不盖章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43525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权限内行事 超权限拒盖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078224"/>
            <a:ext cx="18288" cy="7315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03250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超出授权范围的承诺、担保、变更等事项，必须上报审批后方可盖章，切勿自作主张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7955280" cy="457200"/>
          </a:xfrm>
          <a:prstGeom prst="roundRect">
            <a:avLst>
              <a:gd name="adj" fmla="val 12000"/>
            </a:avLst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5720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重要：印章管理是企业法律风险防控的最后一道防线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2026-07-20T12:11:56Z</dcterms:created>
  <dcterms:modified xsi:type="dcterms:W3CDTF">2026-07-20T12:11:56Z</dcterms:modified>
</cp:coreProperties>
</file>