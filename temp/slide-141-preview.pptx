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54A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场景应用：制造业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1097280" cy="54864"/>
          </a:xfrm>
          <a:prstGeom prst="rect">
            <a:avLst/>
          </a:prstGeom>
          <a:solidFill>
            <a:srgbClr val="B54A4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34440"/>
            <a:ext cx="3840480" cy="45720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行业特点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3840480" cy="100584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重资产：设备投资大，变革成本高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0756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流水线：生产连续性要求高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3682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员工稳定：人员流动性低，变革耐受度参差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3840480" cy="457200"/>
          </a:xfrm>
          <a:prstGeom prst="rect">
            <a:avLst/>
          </a:prstGeom>
          <a:solidFill>
            <a:srgbClr val="B54A4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880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变革节奏要点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365760" cy="365760"/>
          </a:xfrm>
          <a:prstGeom prst="ellipse">
            <a:avLst/>
          </a:prstGeom>
          <a:solidFill>
            <a:srgbClr val="8B294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290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33832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渐进式推进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6118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避免激进式变革，小步快跑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886200"/>
            <a:ext cx="365760" cy="365760"/>
          </a:xfrm>
          <a:prstGeom prst="ellipse">
            <a:avLst/>
          </a:prstGeom>
          <a:solidFill>
            <a:srgbClr val="8B294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931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38862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关注耐受度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41148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一线员工是变革成败的关键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389120"/>
            <a:ext cx="365760" cy="365760"/>
          </a:xfrm>
          <a:prstGeom prst="ellipse">
            <a:avLst/>
          </a:prstGeom>
          <a:solidFill>
            <a:srgbClr val="8B2942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4348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" y="43891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小胜仗策略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46177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建立信心，逐步扩大战果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1234440"/>
            <a:ext cx="3931920" cy="45720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典型案例：某汽车零部件厂商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663440" y="1691640"/>
            <a:ext cx="3931920" cy="214884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9" name="Shape 27"/>
          <p:cNvSpPr/>
          <p:nvPr/>
        </p:nvSpPr>
        <p:spPr>
          <a:xfrm>
            <a:off x="4937760" y="1920240"/>
            <a:ext cx="3383280" cy="36576"/>
          </a:xfrm>
          <a:prstGeom prst="rect">
            <a:avLst/>
          </a:prstGeom>
          <a:solidFill>
            <a:srgbClr val="B54A4A"/>
          </a:solidFill>
          <a:ln/>
        </p:spPr>
      </p:sp>
      <p:sp>
        <p:nvSpPr>
          <p:cNvPr id="30" name="Shape 28"/>
          <p:cNvSpPr/>
          <p:nvPr/>
        </p:nvSpPr>
        <p:spPr>
          <a:xfrm>
            <a:off x="4937760" y="1847088"/>
            <a:ext cx="182880" cy="182880"/>
          </a:xfrm>
          <a:prstGeom prst="ellipse">
            <a:avLst/>
          </a:prstGeom>
          <a:solidFill>
            <a:srgbClr val="8B2942"/>
          </a:solidFill>
          <a:ln/>
        </p:spPr>
      </p:sp>
      <p:sp>
        <p:nvSpPr>
          <p:cNvPr id="31" name="Text 29"/>
          <p:cNvSpPr/>
          <p:nvPr/>
        </p:nvSpPr>
        <p:spPr>
          <a:xfrm>
            <a:off x="4663440" y="20574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663440" y="22402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5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6个月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480560" y="24231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试点车间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渐进改进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35040" y="1847088"/>
            <a:ext cx="182880" cy="182880"/>
          </a:xfrm>
          <a:prstGeom prst="ellipse">
            <a:avLst/>
          </a:prstGeom>
          <a:solidFill>
            <a:srgbClr val="8B2942"/>
          </a:solidFill>
          <a:ln/>
        </p:spPr>
      </p:sp>
      <p:sp>
        <p:nvSpPr>
          <p:cNvPr id="35" name="Text 33"/>
          <p:cNvSpPr/>
          <p:nvPr/>
        </p:nvSpPr>
        <p:spPr>
          <a:xfrm>
            <a:off x="5760720" y="20574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第二阶段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760720" y="22402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5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6个月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577840" y="24231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扩展至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三条产线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132320" y="1847088"/>
            <a:ext cx="182880" cy="182880"/>
          </a:xfrm>
          <a:prstGeom prst="ellipse">
            <a:avLst/>
          </a:prstGeom>
          <a:solidFill>
            <a:srgbClr val="8B2942"/>
          </a:solidFill>
          <a:ln/>
        </p:spPr>
      </p:sp>
      <p:sp>
        <p:nvSpPr>
          <p:cNvPr id="39" name="Text 37"/>
          <p:cNvSpPr/>
          <p:nvPr/>
        </p:nvSpPr>
        <p:spPr>
          <a:xfrm>
            <a:off x="6858000" y="20574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29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第三阶段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858000" y="22402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5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12个月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675120" y="24231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全面推广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文化沉淀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00600" y="3063240"/>
            <a:ext cx="3657600" cy="68580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43" name="Text 41"/>
          <p:cNvSpPr/>
          <p:nvPr/>
        </p:nvSpPr>
        <p:spPr>
          <a:xfrm>
            <a:off x="4892040" y="3108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92040" y="3337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制造业变革核心：不是「大爆炸」，而是「逐步渗透」。用小胜仗建立信任，用信任化解阻力。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solidFill>
            <a:srgbClr val="8B2942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" y="463600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制造业变革节奏：渐进渗透 &gt; 激进颠覆 | 小胜仗 &gt; 大战役 | 信任 &gt; 速度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2026-08-09T01:54:53Z</dcterms:created>
  <dcterms:modified xsi:type="dcterms:W3CDTF">2026-08-09T01:54:53Z</dcterms:modified>
</cp:coreProperties>
</file>