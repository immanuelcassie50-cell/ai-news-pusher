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角色转变：从销售到顾问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C0C0C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280160"/>
            <a:ext cx="365760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9050">
            <a:solidFill>
              <a:srgbClr val="4A4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280160"/>
            <a:ext cx="3657600" cy="50292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801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 Sales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68680" y="2029968"/>
            <a:ext cx="164592" cy="164592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1920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推销产品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26771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0C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主动推荐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715768"/>
            <a:ext cx="164592" cy="164592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2606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完成指标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295351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0C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业绩导向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8680" y="3401568"/>
            <a:ext cx="164592" cy="164592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3291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一次性交易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363931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0C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短期关系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8680" y="4087368"/>
            <a:ext cx="164592" cy="164592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3977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产品导向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43000" y="432511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0C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以产品为中心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34840" y="2651760"/>
            <a:ext cx="457200" cy="228600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22" name="Shape 20"/>
          <p:cNvSpPr/>
          <p:nvPr/>
        </p:nvSpPr>
        <p:spPr>
          <a:xfrm>
            <a:off x="4754880" y="2514600"/>
            <a:ext cx="320040" cy="502920"/>
          </a:xfrm>
          <a:prstGeom prst="rightTriangle">
            <a:avLst/>
          </a:prstGeom>
          <a:solidFill>
            <a:srgbClr val="B22222"/>
          </a:solidFill>
          <a:ln/>
        </p:spPr>
      </p:sp>
      <p:sp>
        <p:nvSpPr>
          <p:cNvPr id="23" name="Text 21"/>
          <p:cNvSpPr/>
          <p:nvPr/>
        </p:nvSpPr>
        <p:spPr>
          <a:xfrm>
            <a:off x="4343400" y="21488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转变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1280160"/>
            <a:ext cx="365760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25400">
            <a:solidFill>
              <a:srgbClr val="B22222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1280160"/>
            <a:ext cx="3657600" cy="502920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12801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顾问 Advisor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074920" y="2029968"/>
            <a:ext cx="164592" cy="164592"/>
          </a:xfrm>
          <a:prstGeom prst="ellipse">
            <a:avLst/>
          </a:prstGeom>
          <a:solidFill>
            <a:srgbClr val="B22222"/>
          </a:solidFill>
          <a:ln/>
        </p:spPr>
      </p:sp>
      <p:sp>
        <p:nvSpPr>
          <p:cNvPr id="28" name="Text 26"/>
          <p:cNvSpPr/>
          <p:nvPr/>
        </p:nvSpPr>
        <p:spPr>
          <a:xfrm>
            <a:off x="5349240" y="1920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解决问题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49240" y="226771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需求导向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74920" y="2715768"/>
            <a:ext cx="164592" cy="164592"/>
          </a:xfrm>
          <a:prstGeom prst="ellipse">
            <a:avLst/>
          </a:prstGeom>
          <a:solidFill>
            <a:srgbClr val="B22222"/>
          </a:solidFill>
          <a:ln/>
        </p:spPr>
      </p:sp>
      <p:sp>
        <p:nvSpPr>
          <p:cNvPr id="31" name="Text 29"/>
          <p:cNvSpPr/>
          <p:nvPr/>
        </p:nvSpPr>
        <p:spPr>
          <a:xfrm>
            <a:off x="5349240" y="2606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创造价值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49240" y="295351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长期共赢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74920" y="3401568"/>
            <a:ext cx="164592" cy="164592"/>
          </a:xfrm>
          <a:prstGeom prst="ellipse">
            <a:avLst/>
          </a:prstGeom>
          <a:solidFill>
            <a:srgbClr val="B22222"/>
          </a:solidFill>
          <a:ln/>
        </p:spPr>
      </p:sp>
      <p:sp>
        <p:nvSpPr>
          <p:cNvPr id="34" name="Text 32"/>
          <p:cNvSpPr/>
          <p:nvPr/>
        </p:nvSpPr>
        <p:spPr>
          <a:xfrm>
            <a:off x="5349240" y="3291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长期关系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349240" y="363931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持续服务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074920" y="4087368"/>
            <a:ext cx="164592" cy="164592"/>
          </a:xfrm>
          <a:prstGeom prst="ellipse">
            <a:avLst/>
          </a:prstGeom>
          <a:solidFill>
            <a:srgbClr val="B22222"/>
          </a:solidFill>
          <a:ln/>
        </p:spPr>
      </p:sp>
      <p:sp>
        <p:nvSpPr>
          <p:cNvPr id="37" name="Text 35"/>
          <p:cNvSpPr/>
          <p:nvPr/>
        </p:nvSpPr>
        <p:spPr>
          <a:xfrm>
            <a:off x="5349240" y="3977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客户导向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349240" y="432511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以客户为中心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B22222"/>
          </a:solidFill>
          <a:ln/>
        </p:spPr>
      </p:sp>
      <p:sp>
        <p:nvSpPr>
          <p:cNvPr id="40" name="Text 3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2026-07-06T05:36:18Z</dcterms:created>
  <dcterms:modified xsi:type="dcterms:W3CDTF">2026-07-06T05:36:18Z</dcterms:modified>
</cp:coreProperties>
</file>