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09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中位数（Median）：不那么容易被操纵的薪酬标杆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023360" cy="5029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789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91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1691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将所有薪酬从低到高排列，取中间位置的值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77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50%的人薪酬低于此值，50%的人薪酬高于此值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63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不受极端值影响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490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薪酬公平分析首选指标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1051560"/>
            <a:ext cx="4206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051560"/>
            <a:ext cx="420624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10789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 vs 中位数 对比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5488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示例数据：5人薪酬 [3k, 5k, 8k, 50k, 100k]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3984955"/>
            <a:ext cx="502920" cy="38405"/>
          </a:xfrm>
          <a:prstGeom prst="rect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710635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3959352"/>
            <a:ext cx="502920" cy="64008"/>
          </a:xfrm>
          <a:prstGeom prst="rect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440680" y="368503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920947"/>
            <a:ext cx="502920" cy="102413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3646627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3383280"/>
            <a:ext cx="502920" cy="640080"/>
          </a:xfrm>
          <a:prstGeom prst="rect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310896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52360" y="2743200"/>
            <a:ext cx="502920" cy="1280160"/>
          </a:xfrm>
          <a:prstGeom prst="rect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60920" y="246888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53912" y="2606040"/>
            <a:ext cx="36576" cy="14630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2331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中位数=8k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17720" y="3587191"/>
            <a:ext cx="3474720" cy="2743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7452360" y="3418027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均值=33k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4251960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EF233C">
              <a:alpha val="2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279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关键洞察：CEO高薪拉高均值，但中位数不受影响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2026-08-10T09:55:30Z</dcterms:created>
  <dcterms:modified xsi:type="dcterms:W3CDTF">2026-08-10T09:55:30Z</dcterms:modified>
</cp:coreProperties>
</file>