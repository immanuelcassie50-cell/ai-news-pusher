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本章学习目标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7160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371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理解旧租赁准则的问题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103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掌握新租赁准则的核心变化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2834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区分经营租赁与融资租赁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56616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566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运用租赁vs购买决策分析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2026-07-20T12:42:40Z</dcterms:created>
  <dcterms:modified xsi:type="dcterms:W3CDTF">2026-07-20T12:42:40Z</dcterms:modified>
</cp:coreProperties>
</file>