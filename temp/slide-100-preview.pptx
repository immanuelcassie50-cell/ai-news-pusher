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案例库总结：共性发现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四大案例的跨案例分析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60020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459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16002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数据偏见是最主要问题源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20574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历史数据中的偏见被AI系统完整继承并可能放大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60020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B9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6459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92040" y="2194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16002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历史偏见被AI放大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26480" y="20574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模型在优化过程中将历史不平等固化为算法逻辑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333756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B9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3832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94360" y="3931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28800" y="33375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特征设计缺乏公平性考量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28800" y="37947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选用的特征变量本身存在歧视性假设却不自知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10896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333756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B91C1C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33832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892040" y="3931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0" y="33375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缺乏持续监测机制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26480" y="37947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上线后未建立常态化的公平性跟踪与干预流程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8229600" cy="13716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160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关键教训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645920" y="4270248"/>
            <a:ext cx="91440" cy="91440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32" name="Text 30"/>
          <p:cNvSpPr/>
          <p:nvPr/>
        </p:nvSpPr>
        <p:spPr>
          <a:xfrm>
            <a:off x="1810512" y="4160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审计不是一次性活动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114800" y="4270248"/>
            <a:ext cx="91440" cy="91440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34" name="Text 32"/>
          <p:cNvSpPr/>
          <p:nvPr/>
        </p:nvSpPr>
        <p:spPr>
          <a:xfrm>
            <a:off x="4279392" y="4160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技术问题需要技术与非技术手段结合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583680" y="4270248"/>
            <a:ext cx="91440" cy="91440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36" name="Text 34"/>
          <p:cNvSpPr/>
          <p:nvPr/>
        </p:nvSpPr>
        <p:spPr>
          <a:xfrm>
            <a:off x="6748272" y="4160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利益相关方参与很重要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2026-08-12T02:24:45Z</dcterms:created>
  <dcterms:modified xsi:type="dcterms:W3CDTF">2026-08-12T02:24:45Z</dcterms:modified>
</cp:coreProperties>
</file>