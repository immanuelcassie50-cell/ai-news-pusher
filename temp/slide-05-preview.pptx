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学员画像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不同角色的法律风险关注点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417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老板/企业主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关注经营决策中的法律边界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371600"/>
            <a:ext cx="54864" cy="1417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7288" y="1554480"/>
            <a:ext cx="457200" cy="45720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95928" y="1600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业务负责人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47288" y="2148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关注业务推进与风险防控平衡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371600"/>
            <a:ext cx="54864" cy="1417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54496" y="1554480"/>
            <a:ext cx="457200" cy="45720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03136" y="1600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采购/销售人员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54496" y="2148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关注合同谈判与履约风险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65376" y="2971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65376" y="2971800"/>
            <a:ext cx="54864" cy="1417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2048256" y="3154680"/>
            <a:ext cx="457200" cy="45720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2048256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96896" y="3200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行政/财务人员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48256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关注流程合规与文档管理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72584" y="2971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72584" y="2971800"/>
            <a:ext cx="54864" cy="1417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Shape 28"/>
          <p:cNvSpPr/>
          <p:nvPr/>
        </p:nvSpPr>
        <p:spPr>
          <a:xfrm>
            <a:off x="4855464" y="3154680"/>
            <a:ext cx="457200" cy="45720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4855464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04104" y="3200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新任经理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55464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关注团队管理中的法律责任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2026-07-20T11:56:13Z</dcterms:created>
  <dcterms:modified xsi:type="dcterms:W3CDTF">2026-07-20T11:56:13Z</dcterms:modified>
</cp:coreProperties>
</file>