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D-18 | 项目成果汇报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德赛西威 AI 赋能项目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阶段成果汇报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数据说话 · 价值导向 · 可复制可推广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2560320" cy="822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7033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20240" y="3703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覆盖学员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3657600"/>
            <a:ext cx="2560320" cy="822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37033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6500+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63440" y="3703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累计节省小时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2560320" cy="822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37033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人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406640" y="3703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内训师认证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汇报人：项目组   |   2026 年 X 月 X 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普及到 AI 落地 · 6 个月 · 5 大方向 · 2 段式交付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920240" cy="12801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192024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调研诊断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岗位盘点+场景摸底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737360"/>
            <a:ext cx="1920240" cy="12801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1737360"/>
            <a:ext cx="192024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2560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40+ 班次全员覆盖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1920240" cy="12801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737360"/>
            <a:ext cx="192024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M3-4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内训师班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2560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 内训师认证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737360"/>
            <a:ext cx="1920240" cy="12801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0" y="1737360"/>
            <a:ext cx="192024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M5-6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陪跑落地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49440" y="2560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2-4 周场景化应用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2560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6500+ 个本岗提示词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91840" y="3291840"/>
            <a:ext cx="2560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工具地图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8328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1800+ 份个人版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35040" y="3291840"/>
            <a:ext cx="2560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内训师队伍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2648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人认证 · 30+ 门 AI 课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5 大方向 · 项目管理 800+ / 通用管理 400+ / 专业职能 423 / 测试 200 / 开发 200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大方向 100% 覆盖 · 课后陪跑 92% 参与度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大方向覆盖人数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08760" y="2176272"/>
            <a:ext cx="2377440" cy="228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2103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1518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通用管理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08760" y="2688336"/>
            <a:ext cx="1188720" cy="228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61518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272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专业职能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08760" y="3200400"/>
            <a:ext cx="1257071" cy="228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4" name="Text 12"/>
          <p:cNvSpPr/>
          <p:nvPr/>
        </p:nvSpPr>
        <p:spPr>
          <a:xfrm>
            <a:off x="2811551" y="31272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6393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08760" y="3712464"/>
            <a:ext cx="594360" cy="228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2148840" y="363931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15137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08760" y="4224528"/>
            <a:ext cx="594360" cy="228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0" name="Text 18"/>
          <p:cNvSpPr/>
          <p:nvPr/>
        </p:nvSpPr>
        <p:spPr>
          <a:xfrm>
            <a:off x="2148840" y="415137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691640"/>
            <a:ext cx="1920240" cy="11887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1691640"/>
            <a:ext cx="19202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93776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大方向覆盖率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1691640"/>
            <a:ext cx="1920240" cy="11887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949440" y="1691640"/>
            <a:ext cx="19202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04088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课后陪跑参与度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063240"/>
            <a:ext cx="1920240" cy="11887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3063240"/>
            <a:ext cx="19202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937760" y="3840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提示词库应用率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0" y="3063240"/>
            <a:ext cx="1920240" cy="11887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4" name="Shape 32"/>
          <p:cNvSpPr/>
          <p:nvPr/>
        </p:nvSpPr>
        <p:spPr>
          <a:xfrm>
            <a:off x="6949440" y="3063240"/>
            <a:ext cx="19202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040880" y="3840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工具地图被复用率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数据来源：基础班签到 + 课后陪跑后台统计（截至 M6）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6500+ 个本岗提示词 · 沉淀为公司级知识资产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200400" cy="25603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6500+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入库提示词总数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 3-5 个本岗提示词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5 大方向 · 80+ 岗位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按方向分布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66360" y="2240280"/>
            <a:ext cx="1012874" cy="18288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13" name="Text 11"/>
          <p:cNvSpPr/>
          <p:nvPr/>
        </p:nvSpPr>
        <p:spPr>
          <a:xfrm>
            <a:off x="6224954" y="2194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25786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通用管理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66360" y="2624328"/>
            <a:ext cx="506437" cy="18288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16" name="Text 14"/>
          <p:cNvSpPr/>
          <p:nvPr/>
        </p:nvSpPr>
        <p:spPr>
          <a:xfrm>
            <a:off x="5718517" y="25786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29626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专业职能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66360" y="3008376"/>
            <a:ext cx="548640" cy="18288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296265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0" y="33467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66360" y="3392424"/>
            <a:ext cx="337625" cy="18288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22" name="Text 20"/>
          <p:cNvSpPr/>
          <p:nvPr/>
        </p:nvSpPr>
        <p:spPr>
          <a:xfrm>
            <a:off x="5549705" y="33467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0" y="37307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66360" y="3776472"/>
            <a:ext cx="337625" cy="18288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25" name="Text 23"/>
          <p:cNvSpPr/>
          <p:nvPr/>
        </p:nvSpPr>
        <p:spPr>
          <a:xfrm>
            <a:off x="5549705" y="37307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23360" y="4160520"/>
            <a:ext cx="4572000" cy="5029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0" y="41605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高质量（≥21 分）：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1280 个（20%）   </a:t>
            </a:r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合规率：</a:t>
            </a:r>
            <a:pPr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数据来源：提示词评分卡 D-06 汇总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节省时间统计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个月累计节省 6500+ 小时 · 单人月均 5.4 小时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0320" cy="21031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256032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测试用例自动铺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小时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改后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468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小时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926080"/>
            <a:ext cx="2286000" cy="36576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 6 小时/次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次/月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737360"/>
            <a:ext cx="2560320" cy="21031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1737360"/>
            <a:ext cx="256032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需求文档结构化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2468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改后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468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分钟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29000" y="2926080"/>
            <a:ext cx="2286000" cy="36576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 7.5 小时/次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次/月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1737360"/>
            <a:ext cx="2560320" cy="21031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0" y="1737360"/>
            <a:ext cx="256032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客户邮件回复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7220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2468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分钟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0664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改后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2468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分钟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2200" y="2926080"/>
            <a:ext cx="2286000" cy="36576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 10 分钟/封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 封/月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折算：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6500+ 小时 ÷ 22 工作日 ÷ 8 小时 = </a:t>
            </a:r>
            <a:pPr algn="ctr" indent="0" marL="0">
              <a:buNone/>
            </a:pPr>
            <a:r>
              <a:rPr lang="en-US" sz="18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37 人月产能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净 ROI </a:t>
            </a:r>
            <a:pPr algn="ctr" indent="0" marL="0">
              <a:buNone/>
            </a:pPr>
            <a:r>
              <a:rPr lang="en-US" sz="18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3.2x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个标杆推广案例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1 个内训师 → 跨部门 50+ 人复用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822960" cy="8229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测试部·用例自动铺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用例覆盖率 ↑ 40%，新人上手 2 周 → 3 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52160" y="2103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0" y="2011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8046720" cy="822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651760"/>
            <a:ext cx="822960" cy="8229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项目管理部·需求结构化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需求评审周期 2 天 → 30 分钟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3017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个 PM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2926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个 PM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566160"/>
            <a:ext cx="8046720" cy="822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566160"/>
            <a:ext cx="822960" cy="8229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566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销售部·客户邮件助手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5448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日省 2 小时，客户投诉率 ↓ 50%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216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个销售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3840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3232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个销售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标杆经验已写入知识库 · 供全公司复制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优秀个人 TOP 5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大方向各 1 名 · 综合评分 Top 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046720" cy="5029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28800"/>
            <a:ext cx="320040" cy="32004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 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1737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需求结构化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17373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24.5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377440"/>
            <a:ext cx="320040" cy="32004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2860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通用管理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 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2286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周报自动写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22860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8046720" cy="5029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26080"/>
            <a:ext cx="320040" cy="32004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2834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专业职能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2834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 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2834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工艺文档助手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2834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23.8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8640" y="338328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474720"/>
            <a:ext cx="320040" cy="32004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88720" y="33832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68880" y="3383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 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31920" y="3383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用例自动铺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0" y="33832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48640" y="3931920"/>
            <a:ext cx="8046720" cy="5029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" y="4023360"/>
            <a:ext cx="320040" cy="32004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88720" y="3931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468880" y="3931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 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931920" y="3931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Review 助手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15200" y="3931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 / 方向 / 姓名 / 课题 / 综合得分（25 分制）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推广卓越团队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部门参与度 + 应用率 Top 1 团队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931920" cy="27432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3931920" cy="54864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推广卓越团队奖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智能驾驶开发部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人 / 5 个小组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3566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8587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8587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151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4151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推广亮点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3931920" cy="457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2194560"/>
            <a:ext cx="73152" cy="45720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194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组长带头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组长每周 1 次 AI 案例分享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743200"/>
            <a:ext cx="3931920" cy="457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2743200"/>
            <a:ext cx="73152" cy="45720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743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内部互评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小组互评提示词质量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291840"/>
            <a:ext cx="3931920" cy="457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3291840"/>
            <a:ext cx="73152" cy="45720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291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共享知识库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部门级提示词库 800+ 条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840480"/>
            <a:ext cx="3931920" cy="457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4663440" y="3840480"/>
            <a:ext cx="73152" cy="45720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零违规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 6 周安全合规零事故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推荐：授予「AI 推广卓越团队」称号 + 部门绩效加分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· 案例 · 推广计划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931920" y="3383280"/>
            <a:ext cx="1280160" cy="54864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5" name="Shape 3"/>
          <p:cNvSpPr/>
          <p:nvPr/>
        </p:nvSpPr>
        <p:spPr>
          <a:xfrm>
            <a:off x="3931920" y="3657600"/>
            <a:ext cx="128016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0" y="36576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 · 项目门户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（预留）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德赛西威 AI 赋能课程评审全流程 · D-18 项目成果汇报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德赛西威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D-18 项目成果汇报</dc:title>
  <dc:subject>PptxGenJS Presentation</dc:subject>
  <dc:creator>德赛西威项目组</dc:creator>
  <cp:lastModifiedBy>德赛西威项目组</cp:lastModifiedBy>
  <cp:revision>1</cp:revision>
  <dcterms:created xsi:type="dcterms:W3CDTF">2026-06-02T17:23:56Z</dcterms:created>
  <dcterms:modified xsi:type="dcterms:W3CDTF">2026-06-02T17:23:56Z</dcterms:modified>
</cp:coreProperties>
</file>