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D-16 | 评审日开场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德赛西威 AI 赋能课程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评审日开场介绍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评业务问题解得怎么样 · 评方法能不能被复制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8046720" cy="36576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</a:t>
            </a:r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</a:t>
            </a:r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X 月 X 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普及到 AI 落地 · 评审是落地最后一公里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1645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6459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覆盖学员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大方向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560320" cy="1645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828800"/>
            <a:ext cx="73152" cy="16459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基础班次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天全员课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560320" cy="1645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828800"/>
            <a:ext cx="73152" cy="16459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天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内训师班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项课程包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评价对象已变：评业务问题被解得怎么样，不再评课讲得好不好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从「会用 AI」到「用 AI 解业务问题」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0" cy="10972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沉淀提示词库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 3-5 个本岗提示词，纳入公司知识库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640080" cy="10972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2880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068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产出场景化案例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 2-4 周真业务场景落地、可量化效果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08960"/>
            <a:ext cx="640080" cy="10972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 AI 内训师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选拔 30+ 名能讲 AI 课的内训师队伍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108960"/>
            <a:ext cx="640080" cy="10972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10896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4068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守住安全合规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红黄绿灯贯穿全程、零重大违规事故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阶段陪跑路径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从调研到认证的完整闭环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7680960" cy="36576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42032"/>
            <a:ext cx="457200" cy="457200"/>
          </a:xfrm>
          <a:prstGeom prst="ellipse">
            <a:avLst/>
          </a:prstGeom>
          <a:solidFill>
            <a:srgbClr val="003D7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调研诊断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岗位盘点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场景摸底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542032"/>
            <a:ext cx="457200" cy="457200"/>
          </a:xfrm>
          <a:prstGeom prst="ellipse">
            <a:avLst/>
          </a:prstGeom>
          <a:solidFill>
            <a:srgbClr val="003D7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备料开发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40280" y="3566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工具地图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提示词初稿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2542032"/>
            <a:ext cx="457200" cy="457200"/>
          </a:xfrm>
          <a:prstGeom prst="ellipse">
            <a:avLst/>
          </a:prstGeom>
          <a:solidFill>
            <a:srgbClr val="003D7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内化开发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3566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项课程包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天精打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2542032"/>
            <a:ext cx="457200" cy="457200"/>
          </a:xfrm>
          <a:prstGeom prst="ellipse">
            <a:avLst/>
          </a:prstGeom>
          <a:solidFill>
            <a:srgbClr val="003D7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评审认证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23560" y="3566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5+10+5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说课+试讲+追问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2542032"/>
            <a:ext cx="457200" cy="457200"/>
          </a:xfrm>
          <a:prstGeom prst="ellipse">
            <a:avLst/>
          </a:prstGeom>
          <a:solidFill>
            <a:srgbClr val="003D7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陪跑落地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3566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2-4 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场景化应用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 · D5-D6 = P3 评审认证日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评审议程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D5 上午说课 · D5 下午试讲 · D6 评议颁奖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8046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 09:00-12:00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103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 5 分钟说课 × 5-6 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 + AI 方法论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50592"/>
            <a:ext cx="8046720" cy="34747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 14:00-17:00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4505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 10 分钟试讲 × 5-6 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450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全评审团 + AI 追问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98064"/>
            <a:ext cx="8046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980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 17:00-18:00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7980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项课程包文档评审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27980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 + AI 方法论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145536"/>
            <a:ext cx="8046720" cy="34747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 09:00-12:00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1455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课程包深度评审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1455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 + AI 方法论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493008"/>
            <a:ext cx="8046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 14:00-16:00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34930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综合评议 + 奖项评定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闭门会议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8046720" cy="34747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840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 16:00-17:00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68880" y="3840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评审反馈 + 改进建议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3840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全体内训师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187952"/>
            <a:ext cx="8046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187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 18:00-19:30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68880" y="41879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结营仪式 + 颁奖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4187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 + 领导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评审团构成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三轴评审 + AI 陪跑 · 业务方与 AI 方法论双轴避免片面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31920" cy="13716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0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业务方专家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 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 / 通用管理 / 专业职能 / 测试 / 开发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评：业务问题被解得怎么样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3931920" cy="13716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691640"/>
            <a:ext cx="731520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69164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3212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方法论专家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53212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 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AI 讲师 + HRBP + IT 安全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评：AI 方法论是否正确 + 安全合规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3931920" cy="13716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00400"/>
            <a:ext cx="731520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0040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大众评审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 人/班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同方向同事互评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评：这个提示词我能不能用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3931920" cy="13716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200400"/>
            <a:ext cx="731520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20040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3212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陪跑数据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53212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 2-4 周应用数据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评：实际产生了多少业务价值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大奖项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评业务价值 · 评可复制 · 评安全合规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25603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 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737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×1-2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最具业务价值提示词奖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提示词评分 Top 1-2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 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×1-2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最佳场景化应用奖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做法+效果+对比综合 Top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737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737360"/>
            <a:ext cx="25603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 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1737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最具推广价值工具地图奖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工具地图 + 同事复用次数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200400"/>
            <a:ext cx="25603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 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94560" y="3200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×若干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 AI 内训师奖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内训师班综合评分 Top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320040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3200400"/>
            <a:ext cx="25603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 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200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 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2900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推广卓越团队奖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2900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部门参与度+应用率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320040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200400"/>
            <a:ext cx="2560320" cy="3657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 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80960" y="3200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×1-2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7220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安全合规标兵奖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17220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零违规 + 主动发现风险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A0E9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 · 学员 · 领导 · 现场交流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931920" y="3383280"/>
            <a:ext cx="1280160" cy="54864"/>
          </a:xfrm>
          <a:prstGeom prst="rect">
            <a:avLst/>
          </a:prstGeom>
          <a:solidFill>
            <a:srgbClr val="00A0E9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3657600"/>
            <a:ext cx="128016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3657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 · 评审信息门户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（预留）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德赛西威 AI 赋能课程评审全流程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德赛西威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D-16 评审日开场介绍</dc:title>
  <dc:subject>PptxGenJS Presentation</dc:subject>
  <dc:creator>德赛西威项目组</dc:creator>
  <cp:lastModifiedBy>德赛西威项目组</cp:lastModifiedBy>
  <cp:revision>1</cp:revision>
  <dcterms:created xsi:type="dcterms:W3CDTF">2026-06-02T17:15:42Z</dcterms:created>
  <dcterms:modified xsi:type="dcterms:W3CDTF">2026-06-02T17:15:42Z</dcterms:modified>
</cp:coreProperties>
</file>