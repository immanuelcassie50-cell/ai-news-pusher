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D-17 | 内训师示范课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内训师优秀课程示范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个示范课题 · 场景/AI方案/提示词/效果/点评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5603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08960"/>
            <a:ext cx="91440" cy="8229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测试用例自动生成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3108960"/>
            <a:ext cx="25603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3108960"/>
            <a:ext cx="91440" cy="8229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需求文档结构化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25603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3108960"/>
            <a:ext cx="91440" cy="8229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客户邮件回复助手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36576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评审日 · 2026 年 X 月 X 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示范说明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评的不是讲得多好，是方法能不能被复制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82880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业务问题诊断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真问题，不是凑数场景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92024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920240"/>
            <a:ext cx="182880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方案设计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工具+流程+约束完整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920240"/>
            <a:ext cx="182880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提示词质量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200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四段式 + 迭代 + 可复用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192024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920240"/>
            <a:ext cx="182880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效果数据对比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3200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省时/提质/可衡量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每课题 5 分钟说课 + 10 分钟试讲 + 5 分钟评委 AI 追问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测试用例自动生成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从「想到啥写啥」到「基于需求结构自动铺用例」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个需求点要写 50+ 条用例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新人写 1 天，老师傅 3 小时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用例覆盖率不稳定、易漏边界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需求变更后用例难同步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1：把需求拆成「功能点+约束」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2：AI 按 5 维（功能/边界/异常/性能/兼容）铺用例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3：人工抽检 + 合并重复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4：变更时只改需求，AI 重铺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目标：50 条用例，从 1 天 → 2 小时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四段式结构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3832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73152" cy="3383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【角色】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你是德赛西威的资深测试架构师，专门做嵌入式 HMI 产品的功能测试设计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【背景】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我们有一条 HMI 主题切换的需求文档（已脱敏为功能点列表），需要输出覆盖度高的测试用例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【目标】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7432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50 条以上用例，覆盖 5 个维度：功能/边界/异常/性能/兼容性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【约束】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5204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格式为表格（编号/模块/前置/步骤/预期）；不输出未在文档中出现的功能；标黄灯处需提示我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5 次 · 同事复用 4 人 · 已纳入公司提示词库 v1.2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效果对比 · 评委点评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4114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编写时间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874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小时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93192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用例覆盖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286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≈30 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55+ 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边界用例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697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靠经验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08960"/>
            <a:ext cx="393192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变更同步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单需求节省 6 小时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3931920" cy="32004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1005840"/>
            <a:ext cx="3931920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评委点评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业务方（40%）：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痛点抓得准，5 维覆盖超出预期。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方法论（30%）：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四段式结构完整，约束中明确脱敏要求。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大众评审（20%）：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我试用过，1 个下午就能用。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综合得分：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23.5 / 25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需求文档结构化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让客户原话 → 标准化需求模板 · PM 提效 + 测试接手快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客户邮件 2 页，PM 整理需求 2 天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需求表述五花八门，遗漏严重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开发/测试反复回头确认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客户隐私信息（产品代号/金额）易泄漏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邮件原文 → 脱敏（产品代号→项目X）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 按标准模板 7 段结构化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输出 5 个开放问题，反向问客户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PM 10 分钟定稿，开发测试同步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目标：2 天整理 → 30 分钟出初稿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安全合规是亮点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3832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73152" cy="3383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【角色】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你是德赛西威资深 PM，专做客户需求结构化（车载电子方向）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【背景】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我有一封客户原始邮件（已做初轮脱敏：产品代号→项目X，金额→XX万元），需要转成公司标准 7 段模板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【目标】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7432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7 段结构化文档（背景/范围/角色/功能/非功能/约束/风险），并在末尾列出 5 个需向客户确认的开放问题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【约束】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5204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不输出邮件中未提及的新功能；红灯信息（员工隐私/未发布专利）必须标出；中英混合术语保留原名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4 次 · 同事复用 5 人 · 入提示词库 v1.3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效果对比 · 评委点评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4114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需求整理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874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93192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结构完整度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286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参差不齐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段齐全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客户追问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697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08960"/>
            <a:ext cx="393192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靠自觉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提示词内嵌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单需求节省 1.5 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3931920" cy="32004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1005840"/>
            <a:ext cx="3931920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评委点评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业务方（40%）：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开放问题列表能反向推动客户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方法论（30%）：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脱敏规则嵌进约束条，是亮点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大众评审（20%）：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 个 PM 都在用，推广力强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综合得分：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24.0 / 25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步教学节拍 · 内训师如何讲这堂 AI 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步节拍 = 引发兴趣 → 植入工具 → 跟练 → 模板提炼 → 成果交付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46304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64592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引发兴趣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个真实翻车故事：客户邮件误把 A 项目代号发到 B 项目群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1463040"/>
            <a:ext cx="146304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9192" y="164592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76272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植入工具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67712" y="2697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现场展示内部「数智小西」可做什么、不能做什么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03904" y="1463040"/>
            <a:ext cx="146304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306824" y="164592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8" name="Text 16"/>
          <p:cNvSpPr/>
          <p:nvPr/>
        </p:nvSpPr>
        <p:spPr>
          <a:xfrm>
            <a:off x="4306824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03904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95344" y="2697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学员带自己真实邮件，90 分钟内出 7 段初稿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31536" y="1463040"/>
            <a:ext cx="146304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4456" y="164592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3" name="Text 21"/>
          <p:cNvSpPr/>
          <p:nvPr/>
        </p:nvSpPr>
        <p:spPr>
          <a:xfrm>
            <a:off x="5934456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31536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模板提炼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22976" y="2697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 个案例提炼出「客户原文 → 7 段」通用提示词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59168" y="1463040"/>
            <a:ext cx="146304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562088" y="164592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8" name="Text 26"/>
          <p:cNvSpPr/>
          <p:nvPr/>
        </p:nvSpPr>
        <p:spPr>
          <a:xfrm>
            <a:off x="75620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5916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成果交付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50608" y="26974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 48 小时内交 3 个真实需求文档结构化作业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亮点：开场 1 个翻车故事 · 5 分钟抓住全场注意力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客户邮件回复助手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销售岗 80% 时间写邮件 · AI 出初稿 + 人工定稿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销售一天 20+ 封邮件，回复耗时 2-3 小时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不同客户风格不同，怕语气踩雷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报价/合同节点反复措辞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新人不会写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743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客户原邮件 → AI 提取 3 个关键点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按客户档案（风格/行业/项目阶段）生成 3 版草稿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销售选 1 版微调，5 分钟发出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客户历史邮件沉淀为知识库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目标：单封邮件 15 分钟 → 5 分钟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客户档案是核心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3832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73152" cy="3383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【角色】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你是德赛西威资深销售助理，擅长中英双语邮件写作，熟悉汽车电子行业客户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【背景】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我有一封客户原始邮件 + 客户档案（行业/项目阶段/历史风格），需要生成 3 版不同语气草稿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【目标】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7432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3 版草稿（正式/友好/简洁），每版≤200 字，附 1 句发送建议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【约束】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5204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客户名用 X 公司替代；金额仅做引用不主动提供；输出后必标「需人工核对」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3 次 · 销售岗 6 人复用 · 入提示词库 v1.4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效果对比 · 评委点评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4114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单封耗时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874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93192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286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697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明显下降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08960"/>
            <a:ext cx="393192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跟进一致性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日省 2 小时 × 6 人 = 12 小时/天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3931920" cy="32004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1005840"/>
            <a:ext cx="3931920" cy="45720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评委点评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业务方（40%）：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客户档案设计是亮点，可持续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方法论（30%）：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「需人工核对」内嵌进约束条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大众评审（20%）：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 版草稿选 1 版，符合真实场景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综合得分：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23.0 / 25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三课题横向对比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个示范课题覆盖 3 类岗位 · 3 种 AI 能力组合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18388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A · 测试用例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B · 需求文档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C · 客户邮件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1838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148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148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96312"/>
            <a:ext cx="818388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96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496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 + Excel 公式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96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数智小西 + 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496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数智小西 + 知识库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843784"/>
            <a:ext cx="81838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28437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8437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 + 模板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8437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风格匹配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191256"/>
            <a:ext cx="818388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912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节省时间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31912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小时/单需求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1912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天/单需求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1912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小时/天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538728"/>
            <a:ext cx="81838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38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推广人数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97480" y="3538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人复用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538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人复用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3538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人复用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886200"/>
            <a:ext cx="818388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综合得分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974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平均节省 40% 时间 · 综合得分 23.5/25 · 可复制到 5 大方向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为什么这套方法能被复制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维可复制性 · 从示范到全公司推广的可行性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方法论通用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业务问题诊断 → AI 方案 → 提示词 → 效果对比 → 点评，5 步可复用到任何 AI 场景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39319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92024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提示词可换皮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四段式（角色/背景/目标/约束）结构不变，岗位和工具变量可替换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39319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工具无依赖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提示词不依赖数智小西特定功能，换工具也能跑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39319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88036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安全内置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脱敏规则+红黄绿灯写进约束条，不靠人记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393192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评分可量化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档 25 分制 + 5 维 5 类评委，避免主观评分争议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评的不是「这堂课好不好」，是「这个方法能不能被复制」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 · 学员 · 领导 · 现场交流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31920" y="3383280"/>
            <a:ext cx="1280160" cy="54864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3657600"/>
            <a:ext cx="128016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3657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 · 提示词库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（预留）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德赛西威 AI 赋能课程评审全流程 · D-17 内训师示范课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德赛西威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D-17 内训师优秀课程示范</dc:title>
  <dc:subject>PptxGenJS Presentation</dc:subject>
  <dc:creator>德赛西威项目组</dc:creator>
  <cp:lastModifiedBy>德赛西威项目组</cp:lastModifiedBy>
  <cp:revision>1</cp:revision>
  <dcterms:created xsi:type="dcterms:W3CDTF">2026-06-02T17:20:40Z</dcterms:created>
  <dcterms:modified xsi:type="dcterms:W3CDTF">2026-06-02T17:20:40Z</dcterms:modified>
</cp:coreProperties>
</file>