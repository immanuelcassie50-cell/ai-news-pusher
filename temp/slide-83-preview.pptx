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合规检查清单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731520"/>
                <a:gridCol w="731520"/>
                <a:gridCol w="265176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检查内容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改进措施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话术合规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无极限词、无承诺性话术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销售合规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无强制捆绑、无搭售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适当性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客户风险匹配、产品合适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数据真实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数据可查、真实准确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文档完整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签字齐全、影像完整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2026-07-02T01:38:20Z</dcterms:created>
  <dcterms:modified xsi:type="dcterms:W3CDTF">2026-07-02T01:38:20Z</dcterms:modified>
</cp:coreProperties>
</file>