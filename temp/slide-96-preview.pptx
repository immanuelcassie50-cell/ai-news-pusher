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行动计划制定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行动计划表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2011680" cy="502920"/>
          </a:xfrm>
          <a:prstGeom prst="rect">
            <a:avLst/>
          </a:prstGeom>
          <a:solidFill>
            <a:srgbClr val="2B2D42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417320"/>
            <a:ext cx="2377440" cy="502920"/>
          </a:xfrm>
          <a:prstGeom prst="rect">
            <a:avLst/>
          </a:prstGeom>
          <a:solidFill>
            <a:srgbClr val="2B2D42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417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应对策略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1417320"/>
            <a:ext cx="1280160" cy="502920"/>
          </a:xfrm>
          <a:prstGeom prst="rect">
            <a:avLst/>
          </a:prstGeom>
          <a:solidFill>
            <a:srgbClr val="2B2D42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4173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1280160" cy="502920"/>
          </a:xfrm>
          <a:prstGeom prst="rect">
            <a:avLst/>
          </a:prstGeom>
          <a:solidFill>
            <a:srgbClr val="2B2D42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4173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完成时间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98080" y="1417320"/>
            <a:ext cx="1280160" cy="502920"/>
          </a:xfrm>
          <a:prstGeom prst="rect">
            <a:avLst/>
          </a:prstGeom>
          <a:solidFill>
            <a:srgbClr val="2B2D42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0" y="14173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2011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合同条款审核漏洞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011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建立合同三级审批制度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法务部经理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2026年8月底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697480"/>
            <a:ext cx="8046720" cy="64008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697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客户信用评估缺失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0" y="26974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引入第三方信用查询系统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26974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风控总监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26974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2026年9月底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0" y="26974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3383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履约证据留存不足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60320" y="3383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制定证据清单与归档流程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3832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运营主管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33832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2026年8月中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98080" y="33832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2026-07-20T11:59:12Z</dcterms:created>
  <dcterms:modified xsi:type="dcterms:W3CDTF">2026-07-20T11:59:12Z</dcterms:modified>
</cp:coreProperties>
</file>