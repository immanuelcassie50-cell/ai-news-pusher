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4A4A4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为什么要用访谈，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而不是让你自己写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写和说，激活的是不同的脑子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2026-05-14T03:41:34Z</dcterms:created>
  <dcterms:modified xsi:type="dcterms:W3CDTF">2026-05-14T03:41:34Z</dcterms:modified>
</cp:coreProperties>
</file>