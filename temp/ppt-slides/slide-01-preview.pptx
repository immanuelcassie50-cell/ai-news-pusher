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高净值客户服务经验萃取工作坊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访谈与素材萃取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招商证券 |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2026-07-10T15:24:22Z</dcterms:created>
  <dcterms:modified xsi:type="dcterms:W3CDTF">2026-07-10T15:24:22Z</dcterms:modified>
</cp:coreProperties>
</file>