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写和说，激活的是不同的脑子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激活"整理和美化"机制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写出"应该怎么做"的标准答案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几乎没有真正的服务逻辑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48640" cy="32004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"首先要安抚客户情绪，然后再进行理性分析。"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560320"/>
            <a:ext cx="274320" cy="7315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激活"经验提取"机制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说出"实际上怎么做"的真实过程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携带大量情境化的服务逻辑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548640" cy="320040"/>
          </a:xfrm>
          <a:prstGeom prst="rect">
            <a:avLst/>
          </a:prstGeom>
          <a:solidFill>
            <a:srgbClr val="C75B5B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真实的场景还原，细腻的情绪感知，具体的应对策略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2026-05-14T03:41:37Z</dcterms:created>
  <dcterms:modified xsi:type="dcterms:W3CDTF">2026-05-14T03:41:37Z</dcterms:modified>
</cp:coreProperties>
</file>