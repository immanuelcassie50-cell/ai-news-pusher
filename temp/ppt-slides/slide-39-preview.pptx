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SOP示例 · 第二步与第三步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第二步：重建问题框架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概括客户核心顾虑，确认理解无误后，将话题从"今天涨跌了多少"转移到"我们当时讨论的配置逻辑是什么"
</a:t>
            </a:r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客户确认你的理解是对的，并且愿意听你继续说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第三步：提供有限可选路径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提供2-3个明确的行动选项，每个选项说清楚前提和后果，让客户自己做选择
</a:t>
            </a:r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客户表示需要时间考虑，或明确选择了某个方向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2026-05-14T03:52:10Z</dcterms:created>
  <dcterms:modified xsi:type="dcterms:W3CDTF">2026-05-14T03:52:10Z</dcterms:modified>
</cp:coreProperties>
</file>