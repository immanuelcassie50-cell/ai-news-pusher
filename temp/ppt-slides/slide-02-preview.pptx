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学习地图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1005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你在做什么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94960" y="1005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带走什么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4630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为什么用访谈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1463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理解访谈逻辑，做好角色准备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463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访谈视角和心理准备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514600"/>
            <a:ext cx="365760" cy="36576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2860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访谈提问框架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22860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熟悉提问清单和追问技巧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22860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一套三层经验导向的提问工具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337560"/>
            <a:ext cx="365760" cy="36576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1089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第7章 访谈演练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03120" y="3108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两两相互访谈，全程录音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3108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访谈录音 + 关键经验要点记录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4160520"/>
            <a:ext cx="365760" cy="36576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9319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第8章 素材整理与方向确认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03120" y="3931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分类整理素材，锁定工具方向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3931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素材分类清单 + 工具开发优先级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2026-07-10T15:24:23Z</dcterms:created>
  <dcterms:modified xsi:type="dcterms:W3CDTF">2026-07-10T15:24:23Z</dcterms:modified>
</cp:coreProperties>
</file>