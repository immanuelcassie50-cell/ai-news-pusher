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SOP示例 · 第四步与完成标志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第四步：确认下一步行动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
</a:t>
            </a:r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确认一件具体的事（约好下次沟通时间，或约好面谈），不要让电话在模糊的"我再想想"里结束
</a:t>
            </a:r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判断节点：
</a:t>
            </a:r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客户明确说了下次时间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电话结束时客户语气平稳，且约好了一件具体的后续事项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2026-05-14T03:52:10Z</dcterms:created>
  <dcterms:modified xsi:type="dcterms:W3CDTF">2026-05-14T03:52:10Z</dcterms:modified>
</cp:coreProperties>
</file>