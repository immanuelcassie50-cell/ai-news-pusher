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前置准备与第一步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0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前置准备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1887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在接通电话前，快速查看客户最近3个月的沟通记录和当前持仓概况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主动关注 + 开放式问题邀请客户表达顾虑 + 保持安静不打断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客户语速放慢，语气从质问转向倾诉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客户话还没说完就开始解释市场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2026-05-14T03:52:10Z</dcterms:created>
  <dcterms:modified xsi:type="dcterms:W3CDTF">2026-05-14T03:52:10Z</dcterms:modified>
</cp:coreProperties>
</file>