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养老需求识别话术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如何发现养老需求客户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场景对话示例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您现在最担心的事情是什么？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您有为退休做过规划吗？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您觉得退休后每月需要多少生活费？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73152" cy="64008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您目前的养老准备有哪些？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通过开放式问题引导客户表达养老焦虑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2026-07-01T09:23:08Z</dcterms:created>
  <dcterms:modified xsi:type="dcterms:W3CDTF">2026-07-01T09:23:08Z</dcterms:modified>
</cp:coreProperties>
</file>