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SOP输出要求（上）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流程名称（6-10字，以动词开头）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示例："接待市场波动客户来电流程"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适用条件（2-3句，说清楚什么时候启动）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前置准备（开始前需要确认或准备的事项）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示例："在接通电话前，快速查看客户最近3个月的沟通记录和当前持仓概况"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2026-05-14T03:52:01Z</dcterms:created>
  <dcterms:modified xsi:type="dcterms:W3CDTF">2026-05-14T03:52:01Z</dcterms:modified>
</cp:coreProperties>
</file>