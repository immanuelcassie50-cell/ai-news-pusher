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写法A vs 写法B 深度解析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写法B明显更好。好在三个地方：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动词开头，行为清晰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给了可执行的判断节点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把"为什么不能这样做"说出来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写法A（问题版）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002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注意事项：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客户情绪激动时要冷静，不要急于解释，耐心倾听，了解客户诉求后再说。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11880"/>
            <a:ext cx="4023360" cy="4114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611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写法B（推荐版）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做法：保持安静，用开放式问题邀请客户说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判断节点：客户语速放慢，从质问转向倾诉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0" cy="640080"/>
          </a:xfrm>
          <a:prstGeom prst="rect">
            <a:avLst/>
          </a:prstGeom>
          <a:solidFill>
            <a:srgbClr val="C9ADA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343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核心问题：把SOP写成了"注意事项"，而不是"操作步骤"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2026-05-14T03:52:00Z</dcterms:created>
  <dcterms:modified xsi:type="dcterms:W3CDTF">2026-05-14T03:52:00Z</dcterms:modified>
</cp:coreProperties>
</file>