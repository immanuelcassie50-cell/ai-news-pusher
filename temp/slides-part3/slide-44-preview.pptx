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关于步骤颗粒度的判断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如果一个步骤的"做法"部分超过了5句话，考虑把它拆成两步。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如果一个步骤描述得很短但你实际上需要做很多不同的判断，考虑把它展开。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06040"/>
            <a:ext cx="73152" cy="8229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SOP step: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"一个步骤，一件事，一个判断"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657600"/>
            <a:ext cx="393192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步骤做法 &gt; 5句话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拆成两步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657600"/>
            <a:ext cx="393192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短但多判断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114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展开描述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2026-05-14T03:52:16Z</dcterms:created>
  <dcterms:modified xsi:type="dcterms:W3CDTF">2026-05-14T03:52:16Z</dcterms:modified>
</cp:coreProperties>
</file>