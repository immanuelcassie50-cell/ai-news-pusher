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共情和懂得的区别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2286000" cy="2286000"/>
          </a:xfrm>
          <a:prstGeom prst="ellipse">
            <a:avLst/>
          </a:prstGeom>
          <a:solidFill>
            <a:srgbClr val="C9ADA7">
              <a:alpha val="40000"/>
            </a:srgbClr>
          </a:solidFill>
          <a:ln w="25400">
            <a:solidFill>
              <a:srgbClr val="C9AD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往上看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2286000" cy="2286000"/>
          </a:xfrm>
          <a:prstGeom prst="ellipse">
            <a:avLst/>
          </a:prstGeom>
          <a:solidFill>
            <a:srgbClr val="C94134">
              <a:alpha val="20000"/>
            </a:srgbClr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懂得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C94134">
              <a:alpha val="8000"/>
            </a:srgbClr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客户不需要被同情，他需要被懂得。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「您不用太担心」这句话，是在替客户决定他该有什么情绪——这件事，只有他自己能决定。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