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核心使用原则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1828800"/>
          </a:xfrm>
          <a:prstGeom prst="roundRect">
            <a:avLst>
              <a:gd name="adj" fmla="val 6000"/>
            </a:avLst>
          </a:prstGeom>
          <a:solidFill>
            <a:srgbClr val="C94134">
              <a:alpha val="8000"/>
            </a:srgbClr>
          </a:solidFill>
          <a:ln w="38100">
            <a:solidFill>
              <a:srgbClr val="C94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97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94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AI生成的所有内容，都当做'待验证的草稿'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290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不要因为看起来很整齐就直接使用，每一条话术、每一个步骤，都需要你用真实的服务经验来验证它是否准确可用。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0" y="4114800"/>
            <a:ext cx="914400" cy="914400"/>
          </a:xfrm>
          <a:prstGeom prst="ellipse">
            <a:avLst/>
          </a:prstGeom>
          <a:solidFill>
            <a:srgbClr val="C9ADA7">
              <a:alpha val="3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