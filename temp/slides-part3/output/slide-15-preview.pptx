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完整的话术生成提示词模板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把以下模板复制到AI工具里，将括号里的内容替换成你的实际信息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82496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Role设定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你是一位[身份]，服务[客户类型]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5915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4323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场景：[场景描述]，客户：[客户特征]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2369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场景描述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触发情境：[具体情境]，沟通目标：[目标]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96512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041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沟通目标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4334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主要：[目标]，底线：[底线]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55448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682496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客户常见阻力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[阻力1]、[阻力2]、[阻力3]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359152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487168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24323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合规约束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[必须遵守的合规要求]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3163824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291840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12080" y="32369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关键经验素材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12080" y="35295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[你的实际服务经验或案例]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968496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096512"/>
            <a:ext cx="457200" cy="45720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12080" y="4041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输出要求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12080" y="4334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格式：[话术/流程]，数量：[N个版本]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C94134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提示：信息越具体，生成的初稿越贴合你的实际场景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