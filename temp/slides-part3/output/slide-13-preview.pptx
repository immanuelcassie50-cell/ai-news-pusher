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22857"/>
            </a:avLst>
          </a:prstGeom>
          <a:solidFill>
            <a:srgbClr val="C94134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三版话术对比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10515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697480" y="1051560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F5F5F5"/>
          </a:solidFill>
          <a:ln/>
        </p:spPr>
      </p:sp>
      <p:sp>
        <p:nvSpPr>
          <p:cNvPr id="8" name="Text 6"/>
          <p:cNvSpPr/>
          <p:nvPr/>
        </p:nvSpPr>
        <p:spPr>
          <a:xfrm>
            <a:off x="2697480" y="10515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846320" y="1051560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F5F5F5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0515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B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995160" y="1051560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C94134"/>
          </a:solidFill>
          <a:ln/>
        </p:spPr>
      </p:sp>
      <p:sp>
        <p:nvSpPr>
          <p:cNvPr id="12" name="Text 10"/>
          <p:cNvSpPr/>
          <p:nvPr/>
        </p:nvSpPr>
        <p:spPr>
          <a:xfrm>
            <a:off x="6995160" y="10515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C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16916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情绪接住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697480" y="1691640"/>
            <a:ext cx="2011680" cy="640080"/>
          </a:xfrm>
          <a:prstGeom prst="roundRect">
            <a:avLst>
              <a:gd name="adj" fmla="val 1142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97480" y="16916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846320" y="1691640"/>
            <a:ext cx="2011680" cy="640080"/>
          </a:xfrm>
          <a:prstGeom prst="roundRect">
            <a:avLst>
              <a:gd name="adj" fmla="val 1142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16916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△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995160" y="1691640"/>
            <a:ext cx="2011680" cy="640080"/>
          </a:xfrm>
          <a:prstGeom prst="roundRect">
            <a:avLst>
              <a:gd name="adj" fmla="val 11429"/>
            </a:avLst>
          </a:prstGeom>
          <a:solidFill>
            <a:srgbClr val="C94134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95160" y="16916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31520" y="25146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主动性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697480" y="2514600"/>
            <a:ext cx="2011680" cy="640080"/>
          </a:xfrm>
          <a:prstGeom prst="roundRect">
            <a:avLst>
              <a:gd name="adj" fmla="val 1142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97480" y="25146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△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4846320" y="2514600"/>
            <a:ext cx="2011680" cy="640080"/>
          </a:xfrm>
          <a:prstGeom prst="roundRect">
            <a:avLst>
              <a:gd name="adj" fmla="val 1142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25146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△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995160" y="2514600"/>
            <a:ext cx="2011680" cy="640080"/>
          </a:xfrm>
          <a:prstGeom prst="roundRect">
            <a:avLst>
              <a:gd name="adj" fmla="val 11429"/>
            </a:avLst>
          </a:prstGeom>
          <a:solidFill>
            <a:srgbClr val="C94134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95160" y="25146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31520" y="33375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让客户先说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2697480" y="3337560"/>
            <a:ext cx="2011680" cy="640080"/>
          </a:xfrm>
          <a:prstGeom prst="roundRect">
            <a:avLst>
              <a:gd name="adj" fmla="val 1142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697480" y="33375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4846320" y="3337560"/>
            <a:ext cx="2011680" cy="640080"/>
          </a:xfrm>
          <a:prstGeom prst="roundRect">
            <a:avLst>
              <a:gd name="adj" fmla="val 1142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33375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6995160" y="3337560"/>
            <a:ext cx="2011680" cy="640080"/>
          </a:xfrm>
          <a:prstGeom prst="roundRect">
            <a:avLst>
              <a:gd name="adj" fmla="val 11429"/>
            </a:avLst>
          </a:prstGeom>
          <a:solidFill>
            <a:srgbClr val="C94134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95160" y="33375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731520" y="4160520"/>
            <a:ext cx="7680960" cy="640080"/>
          </a:xfrm>
          <a:prstGeom prst="roundRect">
            <a:avLst>
              <a:gd name="adj" fmla="val 14286"/>
            </a:avLst>
          </a:prstGeom>
          <a:solidFill>
            <a:srgbClr val="C94134"/>
          </a:solidFill>
          <a:ln/>
        </p:spPr>
      </p:sp>
      <p:sp>
        <p:nvSpPr>
          <p:cNvPr id="35" name="Text 33"/>
          <p:cNvSpPr/>
          <p:nvPr/>
        </p:nvSpPr>
        <p:spPr>
          <a:xfrm>
            <a:off x="731520" y="41605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结论：版本C明显最好——三层信息同时到位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2026-05-14T03:51:23Z</dcterms:created>
  <dcterms:modified xsi:type="dcterms:W3CDTF">2026-05-14T03:51:23Z</dcterms:modified>
</cp:coreProperties>
</file>