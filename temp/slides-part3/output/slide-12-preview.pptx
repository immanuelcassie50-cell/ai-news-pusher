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94134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话术版本深度解析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C9413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版本C最佳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54480"/>
            <a:ext cx="91440" cy="77724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6916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4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280160" y="16916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主动性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743200" y="169164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「我今天正想联系您」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468880"/>
            <a:ext cx="91440" cy="77724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6060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4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280160" y="26060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情绪接住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743200" y="260604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「这种感受完全理解」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383280"/>
            <a:ext cx="91440" cy="77724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5204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4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280160" y="35204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让客户先说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743200" y="352044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「您能跟我说说您最主要的顾虑是什么吗」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43434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5F5F5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3434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最差：版本A - 第一句话就开始上课，客户还没感觉到被接住，就开始听讲课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2026-05-14T03:51:23Z</dcterms:created>
  <dcterms:modified xsi:type="dcterms:W3CDTF">2026-05-14T03:51:23Z</dcterms:modified>
</cp:coreProperties>
</file>