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提示词的作用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你给AI的内容越具体，它生成的内容越贴合你的实际场景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模糊指令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通用输出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9164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详细指令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212080" y="3017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C94134">
              <a:alpha val="12000"/>
            </a:srgbClr>
          </a:solidFill>
          <a:ln w="12700">
            <a:solidFill>
              <a:srgbClr val="C94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017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贴合实际的初稿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776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客户特征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触发情境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合规边界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928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关键经验素材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