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AI在这个环节能做什么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快速结构化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把散乱的访谈素材，转化成话术、SOP、案例框架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基于场景生成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根据你提供的场景信息生成初稿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4048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输出多个变体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同时输出多种方案供选择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流程转化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8640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把文字话术转化成带判断节点的操作流程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286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26060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48640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把原本需要3-4周的初稿工作，压缩到几个小时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371600" y="4297680"/>
            <a:ext cx="64008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1645920" y="4370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0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931920" y="4370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17920" y="4370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