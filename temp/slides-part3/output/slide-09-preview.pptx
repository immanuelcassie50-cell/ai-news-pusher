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什么是好的服务话术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场景触发明确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读者一看就知道这套话术用在什么情况下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表达自然流畅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读起来像真人在说话，而不是念稿子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覆盖变体和雷区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包括客户可能的典型反应和应对方式，以及明确的'绝对不能说'清单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