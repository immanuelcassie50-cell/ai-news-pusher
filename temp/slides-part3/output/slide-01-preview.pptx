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36576" cy="25603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AI辅助生成——话术与SOP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高净值客户服务经验萃取工作坊 · 第三部分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招商证券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C94134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80960" y="2194560"/>
            <a:ext cx="1097280" cy="1097280"/>
          </a:xfrm>
          <a:prstGeom prst="ellipse">
            <a:avLst/>
          </a:prstGeom>
          <a:solidFill>
            <a:srgbClr val="C9ADA7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