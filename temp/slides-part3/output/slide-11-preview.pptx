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457200" cy="320040"/>
          </a:xfrm>
          <a:prstGeom prst="roundRect">
            <a:avLst>
              <a:gd name="adj" fmla="val 22857"/>
            </a:avLst>
          </a:prstGeom>
          <a:solidFill>
            <a:srgbClr val="C94134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2223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话术质量判断 · 认知自测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9601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601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场景：市场单日大跌超3%，持仓有亏损的高净值客户主动打来电话，语气有些激动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63040" y="2011680"/>
            <a:ext cx="640080" cy="64008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94360" y="28346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王总您好，今天市场确实比较大的调整，但这是正常的市场波动...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18288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2011680"/>
            <a:ext cx="640080" cy="64008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4" name="Text 12"/>
          <p:cNvSpPr/>
          <p:nvPr/>
        </p:nvSpPr>
        <p:spPr>
          <a:xfrm>
            <a:off x="42976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29000" y="28346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王总您好，今天市场很不好，我也一直关注着您的账户情况...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0" y="2011680"/>
            <a:ext cx="640080" cy="640080"/>
          </a:xfrm>
          <a:prstGeom prst="ellipse">
            <a:avLst/>
          </a:prstGeom>
          <a:solidFill>
            <a:srgbClr val="C94134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263640" y="28346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222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王总您好，我今天正想联系您。看到今天的行情...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389120"/>
            <a:ext cx="2286000" cy="411480"/>
          </a:xfrm>
          <a:prstGeom prst="roundRect">
            <a:avLst>
              <a:gd name="adj" fmla="val 17778"/>
            </a:avLst>
          </a:prstGeom>
          <a:solidFill>
            <a:srgbClr val="C9ADA7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3891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第一级难度 · 8分钟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2026-05-14T03:51:23Z</dcterms:created>
  <dcterms:modified xsi:type="dcterms:W3CDTF">2026-05-14T03:51:23Z</dcterms:modified>
</cp:coreProperties>
</file>