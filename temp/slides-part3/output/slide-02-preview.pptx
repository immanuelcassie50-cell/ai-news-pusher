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4663440"/>
            <a:ext cx="457200" cy="320040"/>
          </a:xfrm>
          <a:prstGeom prst="roundRect">
            <a:avLst>
              <a:gd name="adj" fmla="val 22857"/>
            </a:avLst>
          </a:prstGeom>
          <a:solidFill>
            <a:srgbClr val="C94134"/>
          </a:solidFill>
          <a:ln/>
        </p:spPr>
      </p:sp>
      <p:sp>
        <p:nvSpPr>
          <p:cNvPr id="3" name="Text 1"/>
          <p:cNvSpPr/>
          <p:nvPr/>
        </p:nvSpPr>
        <p:spPr>
          <a:xfrm>
            <a:off x="8503920" y="46634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2223B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本部分学习地图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4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874520"/>
            <a:ext cx="502920" cy="502920"/>
          </a:xfrm>
          <a:prstGeom prst="ellipse">
            <a:avLst/>
          </a:prstGeom>
          <a:solidFill>
            <a:srgbClr val="C94134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71600" y="182880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AI生成的工作原理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371600" y="219456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AD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理解AI在这里能做什么、不能做什么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697480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" y="2880360"/>
            <a:ext cx="502920" cy="502920"/>
          </a:xfrm>
          <a:prstGeom prst="ellipse">
            <a:avLst/>
          </a:prstGeom>
          <a:solidFill>
            <a:srgbClr val="C94134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880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371600" y="283464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服务话术模板的生成与优化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371600" y="320040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AD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使用提示词生成话术，人工验证和优化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3703320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0080" y="3886200"/>
            <a:ext cx="502920" cy="502920"/>
          </a:xfrm>
          <a:prstGeom prst="ellipse">
            <a:avLst/>
          </a:prstGeom>
          <a:solidFill>
            <a:srgbClr val="C94134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3886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371600" y="384048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服务SOP的生成与优化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371600" y="420624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AD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把经验固化成可执行的操作流程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2026-05-14T03:51:23Z</dcterms:created>
  <dcterms:modified xsi:type="dcterms:W3CDTF">2026-05-14T03:51:23Z</dcterms:modified>
</cp:coreProperties>
</file>