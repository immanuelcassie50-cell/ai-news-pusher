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话术和脚本的区别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C94134">
              <a:alpha val="8000"/>
            </a:srgbClr>
          </a:solidFill>
          <a:ln w="25400">
            <a:solidFill>
              <a:srgbClr val="C941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0515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脚本是让你逐字背的，话术是让你理解逻辑、用自己的语言表达的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好的话术模板，核心价值是帮你理解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"这一步的目的是什么、要避开什么"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而不是给你一个固定的台词。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6000" y="42062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C9ADA7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4206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 - 逐字背诵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42062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C94134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42062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 - 理解逻辑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2026-05-14T03:52:36Z</dcterms:created>
  <dcterms:modified xsi:type="dcterms:W3CDTF">2026-05-14T03:52:36Z</dcterms:modified>
</cp:coreProperties>
</file>