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AI在这个环节做不了什么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C941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109728" cy="109728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1188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不能判断经验是否真实有效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16459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不了解你的具体客户和市场环境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C941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86000"/>
            <a:ext cx="109728" cy="109728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260604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24231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不能确保合规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288036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涉及产品表述、收益描述、适当性的内容，必须经过顾问和合规部门审核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C941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20440"/>
            <a:ext cx="109728" cy="109728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36576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不能代替你的判断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17320" y="411480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它是工具，不是决策者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2026-05-14T03:51:23Z</dcterms:created>
  <dcterms:modified xsi:type="dcterms:W3CDTF">2026-05-14T03:51:23Z</dcterms:modified>
</cp:coreProperties>
</file>