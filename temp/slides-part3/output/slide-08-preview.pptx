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4663440"/>
            <a:ext cx="457200" cy="320040"/>
          </a:xfrm>
          <a:prstGeom prst="roundRect">
            <a:avLst>
              <a:gd name="adj" fmla="val 22857"/>
            </a:avLst>
          </a:prstGeom>
          <a:solidFill>
            <a:srgbClr val="C94134"/>
          </a:solidFill>
          <a:ln/>
        </p:spPr>
      </p:sp>
      <p:sp>
        <p:nvSpPr>
          <p:cNvPr id="3" name="Text 1"/>
          <p:cNvSpPr/>
          <p:nvPr/>
        </p:nvSpPr>
        <p:spPr>
          <a:xfrm>
            <a:off x="8503920" y="46634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2743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C941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600" dirty="0"/>
          </a:p>
        </p:txBody>
      </p:sp>
      <p:sp>
        <p:nvSpPr>
          <p:cNvPr id="5" name="Shape 3"/>
          <p:cNvSpPr/>
          <p:nvPr/>
        </p:nvSpPr>
        <p:spPr>
          <a:xfrm>
            <a:off x="3017520" y="914400"/>
            <a:ext cx="36576" cy="2011680"/>
          </a:xfrm>
          <a:prstGeom prst="rect">
            <a:avLst/>
          </a:prstGeom>
          <a:solidFill>
            <a:srgbClr val="C9ADA7"/>
          </a:solidFill>
          <a:ln/>
        </p:spPr>
      </p:sp>
      <p:sp>
        <p:nvSpPr>
          <p:cNvPr id="6" name="Text 4"/>
          <p:cNvSpPr/>
          <p:nvPr/>
        </p:nvSpPr>
        <p:spPr>
          <a:xfrm>
            <a:off x="3291840" y="100584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服务话术模板的生成与优化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3291840" y="17373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9AD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使用提示词生成话术，人工验证和优化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858000" y="3200400"/>
            <a:ext cx="2011680" cy="2011680"/>
          </a:xfrm>
          <a:prstGeom prst="ellipse">
            <a:avLst/>
          </a:prstGeom>
          <a:solidFill>
            <a:srgbClr val="C94134">
              <a:alpha val="1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7498080" y="3474720"/>
            <a:ext cx="1371600" cy="1371600"/>
          </a:xfrm>
          <a:prstGeom prst="ellipse">
            <a:avLst/>
          </a:prstGeom>
          <a:solidFill>
            <a:srgbClr val="C9ADA7">
              <a:alpha val="2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rgbClr val="22223B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47091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10 章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2026-05-14T03:51:23Z</dcterms:created>
  <dcterms:modified xsi:type="dcterms:W3CDTF">2026-05-14T03:51:23Z</dcterms:modified>
</cp:coreProperties>
</file>