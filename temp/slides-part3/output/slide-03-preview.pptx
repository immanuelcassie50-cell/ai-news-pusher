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3017520" y="914400"/>
            <a:ext cx="36576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9413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C9ADA7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