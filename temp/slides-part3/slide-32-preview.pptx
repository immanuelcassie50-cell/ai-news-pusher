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完整的SOP生成提示词模板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9AD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把以下模板复制到AI工具里，将括号里的内容替换成你的实际信息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SOP生成提示词模板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场景信息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场景名称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适用情境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291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服务方式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预计处理时长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经验素材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4480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操作步骤和判断逻辑类素材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983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输出要求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5349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流程名称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5669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适用条件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5989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前置准备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6309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分步操作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6629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完成标志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6949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] 注意事项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37744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6384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41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9ADA7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2026-05-14T03:52:01Z</dcterms:created>
  <dcterms:modified xsi:type="dcterms:W3CDTF">2026-05-14T03:52:01Z</dcterms:modified>
</cp:coreProperties>
</file>