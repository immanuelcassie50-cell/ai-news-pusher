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413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73152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AI辅助生成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——话术与SOP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17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学习完成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D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招商证券 · 高净值客户服务经验萃取工作坊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2026-05-14T03:52:24Z</dcterms:created>
  <dcterms:modified xsi:type="dcterms:W3CDTF">2026-05-14T03:52:24Z</dcterms:modified>
</cp:coreProperties>
</file>