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本部分核心收获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9446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944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AI是"高效整理员"——负责效率，你负责准确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0886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088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好的话术 = 场景触发明确 + 表达自然 + 覆盖变体和雷区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2326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232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好的SOP = 动词开头 + 判断节点 + 覆盖常见失误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13766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37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977640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所有AI生成内容 = 待验证的草稿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2026-05-14T03:52:23Z</dcterms:created>
  <dcterms:modified xsi:type="dcterms:W3CDTF">2026-05-14T03:52:23Z</dcterms:modified>
</cp:coreProperties>
</file>