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本部分知识框架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AI辅助生成话术与SOP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2697480" cy="50292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AI的正确角色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能做：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效率整理，快速生成初稿，输出变体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不能做：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2461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判断准确性，确保合规，替代经验验证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417320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服务话术模板的生成要点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011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质量标准：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331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场景明确 + 表达自然 + 覆盖变体和雷区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926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提示词核心：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32461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场景背景 + 合规约束 + 你的经验素材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3840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验证重点：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4160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能不能自然说出来 + 合规检查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417320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417320"/>
            <a:ext cx="2697480" cy="5029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4173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服务SOP的生成要点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2011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质量标准：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2331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动词开头 + 判断节点清晰 + 覆盖常见失误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2926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提示词核心：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32461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步骤素材 + 判断逻辑 + 完成标志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3840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验证重点：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4160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步骤顺序是否符合实际 + 新人能否照着执行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2026-05-14T03:52:16Z</dcterms:created>
  <dcterms:modified xsi:type="dcterms:W3CDTF">2026-05-14T03:52:16Z</dcterms:modified>
</cp:coreProperties>
</file>