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通话注意事项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不承诺收益走势或账户回本的时间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标准回应："市场走势我无法预判，但我可以帮您分析当前配置的逻辑是否依然适合您的情况"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如果客户明确要求赎回，不要立刻反对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先了解背后的原因（需要流动性/对市场失去信心/对我失去信任——三种情况处理方式完全不同）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7947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通话结束后24小时内，发一条简短的服务跟进消息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2026-05-14T03:52:16Z</dcterms:created>
  <dcterms:modified xsi:type="dcterms:W3CDTF">2026-05-14T03:52:16Z</dcterms:modified>
</cp:coreProperties>
</file>