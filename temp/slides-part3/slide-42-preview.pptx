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 · 使用提示词生成SOP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98080" y="411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C94134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411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复制提示词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把SOP提示词模板复制到AI工具，填入你的具体信息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834640"/>
            <a:ext cx="182880" cy="45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运行，拿到AI生成的初稿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182880" cy="45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5508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人工验证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用下方验证清单逐项检查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2026-05-14T03:52:16Z</dcterms:created>
  <dcterms:modified xsi:type="dcterms:W3CDTF">2026-05-14T03:52:16Z</dcterms:modified>
</cp:coreProperties>
</file>