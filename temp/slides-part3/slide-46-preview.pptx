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进入第四部分前确认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move on to Part 4: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话术模板初稿已经生成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完成了第一轮验证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需要修改的地方已经标注出来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SOP初稿已经生成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65176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完成了第一轮验证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进入第四部分后，会有交叉验证环节帮你进一步打磨这两份工具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2026-05-14T03:52:23Z</dcterms:created>
  <dcterms:modified xsi:type="dcterms:W3CDTF">2026-05-14T03:52:23Z</dcterms:modified>
</cp:coreProperties>
</file>