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场景信息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2801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[填写场景定位表里的场景名称]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适用情境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[什么时候、面对什么状态的客户，使用这个流程]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服务方式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[电话 / 面谈 / 线上]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233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预计处理时长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4023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[这个服务场景通常需要多长时间]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2026-05-14T03:52:01Z</dcterms:created>
  <dcterms:modified xsi:type="dcterms:W3CDTF">2026-05-14T03:52:01Z</dcterms:modified>
</cp:coreProperties>
</file>