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接待市场大跌客户来电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流程名称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接待市场大跌时存量高净值客户来电流程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市场单日跌幅超2%，且客户持仓出现明显浮亏，客户主动来电，语气中有情绪波动的迹象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1645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预览：四步完整流程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第二步：重建问题框架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第三步：提供有限可选路径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第四步：确认下一步行动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2026-05-14T03:52:09Z</dcterms:created>
  <dcterms:modified xsi:type="dcterms:W3CDTF">2026-05-14T03:52:09Z</dcterms:modified>
</cp:coreProperties>
</file>