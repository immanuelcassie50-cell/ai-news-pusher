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经验素材与完成标志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经验素材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以下是从访谈中提炼的操作步骤和判断逻辑类素材，请基于这些素材生成SOP：
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客户的典型诉求有哪些
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处理这个场景的标准步骤
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每一步的判断节点
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容易犯什么错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遇到突发情况的处理方式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393192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服务完成的标志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描述：如何判断这个服务场景被成功处理了，客户的反应或行为是什么
</a:t>
            </a:r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"客户表示理解，愿意继续持有或明确选择下一步操作，电话结束时语气平稳"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2026-05-14T03:52:01Z</dcterms:created>
  <dcterms:modified xsi:type="dcterms:W3CDTF">2026-05-14T03:52:01Z</dcterms:modified>
</cp:coreProperties>
</file>