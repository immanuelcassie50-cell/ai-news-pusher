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SOP初稿人工验证清单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62456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每步是否以动词开头，说的是具体做什么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984248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56232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每步的判断节点是否清晰（知道什么时候进下一步）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06040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478024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步骤顺序是否和你实际的服务节奏一致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27832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099816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每步的常见失误描述是否和你实际观察到的一致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21608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9624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721608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整个SOP拿给一个新同事，他能照着执行吗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471416"/>
            <a:ext cx="274320" cy="274320"/>
          </a:xfrm>
          <a:prstGeom prst="rect">
            <a:avLst/>
          </a:prstGeom>
          <a:solidFill>
            <a:srgbClr val="FAFAFA"/>
          </a:solidFill>
          <a:ln w="19050">
            <a:solidFill>
              <a:srgbClr val="C941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34340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注意事项里是否包含了必要的合规提醒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2026-05-14T03:52:16Z</dcterms:created>
  <dcterms:modified xsi:type="dcterms:W3CDTF">2026-05-14T03:52:16Z</dcterms:modified>
</cp:coreProperties>
</file>