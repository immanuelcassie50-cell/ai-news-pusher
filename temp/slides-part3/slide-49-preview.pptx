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第三部分学习地图回顾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417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第9章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169164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AI生成的工作原理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377440" y="141732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理解AI在这里能做什么、不能做什么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50392" y="2011680"/>
            <a:ext cx="36576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46888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743200"/>
            <a:ext cx="457200" cy="45720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2606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第10章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80160" y="288036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服务话术模板的生成与优化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377440" y="260604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服务话术模板初稿（经验证）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50392" y="3200400"/>
            <a:ext cx="36576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365760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3931920"/>
            <a:ext cx="457200" cy="45720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3794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第11章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80160" y="406908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服务SOP的生成与优化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377440" y="379476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服务SOP初稿（经验证）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2026-05-14T03:52:24Z</dcterms:created>
  <dcterms:modified xsi:type="dcterms:W3CDTF">2026-05-14T03:52:24Z</dcterms:modified>
</cp:coreProperties>
</file>