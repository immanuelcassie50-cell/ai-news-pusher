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进入第四部分：案例表单验证与落地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8288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80467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77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在那里，你将：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228600" cy="2286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926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与有经验的同事交叉验证你的话术和SOP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228600" cy="2286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4290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用案例检验工具的实战效果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228600" cy="2286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931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完善并定稿你的服务工具包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2026-05-14T03:52:23Z</dcterms:created>
  <dcterms:modified xsi:type="dcterms:W3CDTF">2026-05-14T03:52:23Z</dcterms:modified>
</cp:coreProperties>
</file>