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SOP输出要求（下）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分步操作格式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[步骤编号] [动词开头的步骤名称]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做法：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03120" y="214884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具体可执行的动作描述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6517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判断节点：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03120" y="265176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什么信号说明这步完成，或出现什么情况需要暂停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1546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常见失误：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03120" y="315468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这步最容易犯什么错，为什么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069080"/>
            <a:ext cx="393192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160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完成标志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526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描述如何判断服务被成功处理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4069080"/>
            <a:ext cx="393192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4160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注意事项（3-5条）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4526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关键提醒，含合规相关内容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2026-05-14T03:52:09Z</dcterms:created>
  <dcterms:modified xsi:type="dcterms:W3CDTF">2026-05-14T03:52:09Z</dcterms:modified>
</cp:coreProperties>
</file>