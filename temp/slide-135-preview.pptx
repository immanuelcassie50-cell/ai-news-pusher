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自我所有权 (Self-Ownership)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自由主义基础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029968"/>
            <a:ext cx="457200" cy="45720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938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个人所有权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04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 own themselves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035808"/>
            <a:ext cx="457200" cy="45720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944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劳动所得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310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their labor and abilities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4041648"/>
            <a:ext cx="457200" cy="45720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950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财产处置权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4315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to dispose of one's own property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33172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2532888"/>
            <a:ext cx="457200" cy="45720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2441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拒绝强制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86400" y="2807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be taxed to help others without consent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333756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3538728"/>
            <a:ext cx="457200" cy="45720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0" y="3447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权利基石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86400" y="3813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of libertarian rights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869680" y="1280160"/>
            <a:ext cx="73152" cy="32004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2026-08-28T03:20:01Z</dcterms:created>
  <dcterms:modified xsi:type="dcterms:W3CDTF">2026-08-28T03:20:01Z</dcterms:modified>
</cp:coreProperties>
</file>