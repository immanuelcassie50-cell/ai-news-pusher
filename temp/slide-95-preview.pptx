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课程特色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43000"/>
            <a:ext cx="54864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方法论先行，成果其次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教的是萃取能力本身，不是某一种特定产出物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4864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234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内萃外取双轮驱动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既讲清楚怎么从内部专家身上「问出来」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也讲清楚怎么从外部标杆身上「看明白、用得上」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54864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AI提效，人控真伪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不展开提示词原理，现成提示词与技能包现场直接用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准确性、边界判断、价值取舍始终由人把关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通用可迁移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不锁定行业、不锁定岗位，方法论本身可复制到任何新的萃取任务中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2026-06-22T00:18:24Z</dcterms:created>
  <dcterms:modified xsi:type="dcterms:W3CDTF">2026-06-22T00:18:24Z</dcterms:modified>
</cp:coreProperties>
</file>