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1463040" cy="411480"/>
          </a:xfrm>
          <a:prstGeom prst="rect">
            <a:avLst>
              <a:gd name="adj" fmla="val 17778"/>
            </a:avLst>
          </a:prstGeom>
          <a:solidFill>
            <a:srgbClr val="B31F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· 我的5W1S分析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57400" y="7498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个人填写 + 小组追问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71600"/>
            <a:ext cx="1554480" cy="18288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155448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651760"/>
            <a:ext cx="10972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识别业务对象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1371600"/>
            <a:ext cx="1554480" cy="18288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371600"/>
            <a:ext cx="155448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15544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9748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23160" y="2651760"/>
            <a:ext cx="10972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挖掘深层原因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1371600"/>
            <a:ext cx="1554480" cy="18288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1371600"/>
            <a:ext cx="155448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15544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3484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160520" y="2651760"/>
            <a:ext cx="10972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明确责任主体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371600"/>
            <a:ext cx="1554480" cy="18288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371600"/>
            <a:ext cx="155448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15544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17220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何时做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97880" y="2651760"/>
            <a:ext cx="10972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设定时间节点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1371600"/>
            <a:ext cx="1554480" cy="18288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06640" y="1371600"/>
            <a:ext cx="155448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43" name="Shape 41"/>
          <p:cNvSpPr/>
          <p:nvPr/>
        </p:nvSpPr>
        <p:spPr>
          <a:xfrm>
            <a:off x="7909560" y="15544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90956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635240" y="2651760"/>
            <a:ext cx="10972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规划具体步骤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200" y="3840480"/>
            <a:ext cx="365760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840480"/>
            <a:ext cx="91440" cy="914400"/>
          </a:xfrm>
          <a:prstGeom prst="rect">
            <a:avLst>
              <a:gd name="adj" fmla="val 50000"/>
            </a:avLst>
          </a:prstGeom>
          <a:solidFill>
            <a:srgbClr val="B31F28"/>
          </a:solidFill>
          <a:ln/>
        </p:spPr>
      </p:sp>
      <p:sp>
        <p:nvSpPr>
          <p:cNvPr id="52" name="Shape 50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C00000">
              <a:alpha val="8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28016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个人独立填写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28016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25分钟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41148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4572000" y="3840480"/>
            <a:ext cx="411480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3840480"/>
            <a:ext cx="91440" cy="914400"/>
          </a:xfrm>
          <a:prstGeom prst="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4800600" y="4023360"/>
            <a:ext cx="457200" cy="457200"/>
          </a:xfrm>
          <a:prstGeom prst="ellipse">
            <a:avLst/>
          </a:prstGeom>
          <a:solidFill>
            <a:srgbClr val="B31F28">
              <a:alpha val="8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9496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小组追问完善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3949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15分钟</a:t>
            </a:r>
            <a:endParaRPr lang="en-US" sz="2800" dirty="0"/>
          </a:p>
        </p:txBody>
      </p:sp>
      <p:sp>
        <p:nvSpPr>
          <p:cNvPr id="63" name="Shape 61"/>
          <p:cNvSpPr/>
          <p:nvPr/>
        </p:nvSpPr>
        <p:spPr>
          <a:xfrm>
            <a:off x="7132320" y="4828032"/>
            <a:ext cx="1371600" cy="292608"/>
          </a:xfrm>
          <a:prstGeom prst="rect">
            <a:avLst>
              <a:gd name="adj" fmla="val 25000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132320" y="4828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共40分钟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31F28"/>
          </a:solidFill>
          <a:ln/>
        </p:spPr>
      </p:sp>
      <p:sp>
        <p:nvSpPr>
          <p:cNvPr id="66" name="Text 6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2026-06-24T01:32:17Z</dcterms:created>
  <dcterms:modified xsi:type="dcterms:W3CDTF">2026-06-24T01:32:17Z</dcterms:modified>
</cp:coreProperties>
</file>