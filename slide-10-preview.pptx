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 - 李女士的担保陷阱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AF5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李女士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828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家庭主妇 · 丈夫是企业主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3566160" cy="18288"/>
          </a:xfrm>
          <a:prstGeom prst="rect">
            <a:avLst/>
          </a:prstGeom>
          <a:solidFill>
            <a:srgbClr val="2C5282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朋友的请求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320040" cy="3200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在贷款担保合同上签字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35661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出于</a:t>
            </a:r>
            <a:pPr algn="l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</a:t>
            </a:r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pPr algn="l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面子</a:t>
            </a:r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，李女士签了字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94560" y="3840480"/>
            <a:ext cx="36576" cy="2743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91440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1A365D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09728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D69E2E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097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血的教训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60020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1572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不知者不免责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5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签字即承担法律责任，不了解合同内容不能作为抗辩理由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22585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夫妻共同债务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2514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5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担保之债被认定为夫妻共同债务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365760" cy="36576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28986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最终结果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5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债务无法清偿时，李女士房产被查封拍卖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61188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C53030">
              <a:alpha val="80000"/>
            </a:srgbClr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房产被查封拍卖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签字前务必三思：你签署的不是人情，是具有法律约束力的承诺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2026-08-27T08:31:20Z</dcterms:created>
  <dcterms:modified xsi:type="dcterms:W3CDTF">2026-08-27T08:31:20Z</dcterms:modified>
</cp:coreProperties>
</file>