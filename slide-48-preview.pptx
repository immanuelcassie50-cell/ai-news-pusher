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EF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价值曲线：战略的可视化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82880" y="2286000"/>
            <a:ext cx="365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097280" y="1097280"/>
            <a:ext cx="685800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26465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4114800"/>
            <a:ext cx="6858000" cy="0"/>
          </a:xfrm>
          <a:prstGeom prst="line">
            <a:avLst/>
          </a:prstGeom>
          <a:noFill/>
          <a:ln w="25400">
            <a:solidFill>
              <a:srgbClr val="2646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" y="1097280"/>
            <a:ext cx="0" cy="3017520"/>
          </a:xfrm>
          <a:prstGeom prst="line">
            <a:avLst/>
          </a:prstGeom>
          <a:noFill/>
          <a:ln w="25400">
            <a:solidFill>
              <a:srgbClr val="26465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54480" y="41605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因素A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834640" y="41605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因素B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0" y="41605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因素C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394960" y="41605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因素D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675120" y="41605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因素E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874520" y="3108960"/>
            <a:ext cx="182880" cy="18288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13" name="Shape 11"/>
          <p:cNvSpPr/>
          <p:nvPr/>
        </p:nvSpPr>
        <p:spPr>
          <a:xfrm>
            <a:off x="3154680" y="3108960"/>
            <a:ext cx="182880" cy="18288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14" name="Shape 12"/>
          <p:cNvSpPr/>
          <p:nvPr/>
        </p:nvSpPr>
        <p:spPr>
          <a:xfrm>
            <a:off x="4434840" y="3108960"/>
            <a:ext cx="182880" cy="18288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15" name="Shape 13"/>
          <p:cNvSpPr/>
          <p:nvPr/>
        </p:nvSpPr>
        <p:spPr>
          <a:xfrm>
            <a:off x="5715000" y="3108960"/>
            <a:ext cx="182880" cy="18288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16" name="Shape 14"/>
          <p:cNvSpPr/>
          <p:nvPr/>
        </p:nvSpPr>
        <p:spPr>
          <a:xfrm>
            <a:off x="6995160" y="3108960"/>
            <a:ext cx="182880" cy="18288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17" name="Shape 15"/>
          <p:cNvSpPr/>
          <p:nvPr/>
        </p:nvSpPr>
        <p:spPr>
          <a:xfrm>
            <a:off x="1874520" y="1737360"/>
            <a:ext cx="182880" cy="18288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8" name="Shape 16"/>
          <p:cNvSpPr/>
          <p:nvPr/>
        </p:nvSpPr>
        <p:spPr>
          <a:xfrm>
            <a:off x="3154680" y="3566160"/>
            <a:ext cx="182880" cy="18288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9" name="Shape 17"/>
          <p:cNvSpPr/>
          <p:nvPr/>
        </p:nvSpPr>
        <p:spPr>
          <a:xfrm>
            <a:off x="4434840" y="1554480"/>
            <a:ext cx="182880" cy="18288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0" name="Shape 18"/>
          <p:cNvSpPr/>
          <p:nvPr/>
        </p:nvSpPr>
        <p:spPr>
          <a:xfrm>
            <a:off x="5715000" y="3383280"/>
            <a:ext cx="182880" cy="18288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1" name="Shape 19"/>
          <p:cNvSpPr/>
          <p:nvPr/>
        </p:nvSpPr>
        <p:spPr>
          <a:xfrm>
            <a:off x="6995160" y="1371600"/>
            <a:ext cx="182880" cy="18288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2" name="Shape 20"/>
          <p:cNvSpPr/>
          <p:nvPr/>
        </p:nvSpPr>
        <p:spPr>
          <a:xfrm>
            <a:off x="5760720" y="1188720"/>
            <a:ext cx="20116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26465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897880" y="1325880"/>
            <a:ext cx="182880" cy="182880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24" name="Text 22"/>
          <p:cNvSpPr/>
          <p:nvPr/>
        </p:nvSpPr>
        <p:spPr>
          <a:xfrm>
            <a:off x="6126480" y="12801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红海 (跟随行业)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897880" y="1645920"/>
            <a:ext cx="182880" cy="18288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6" name="Text 24"/>
          <p:cNvSpPr/>
          <p:nvPr/>
        </p:nvSpPr>
        <p:spPr>
          <a:xfrm>
            <a:off x="6126480" y="16002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蓝海 (差异化)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97280" y="11430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价值曲线展示了企业在各竞争因素上相对于行业的位置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solidFill>
            <a:srgbClr val="264653"/>
          </a:solidFill>
          <a:ln/>
        </p:spPr>
      </p:sp>
      <p:sp>
        <p:nvSpPr>
          <p:cNvPr id="29" name="Text 27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2026-08-29T16:19:15Z</dcterms:created>
  <dcterms:modified xsi:type="dcterms:W3CDTF">2026-08-29T16:19:15Z</dcterms:modified>
</cp:coreProperties>
</file>