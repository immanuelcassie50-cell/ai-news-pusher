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3.1.3 NPS的三类用户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4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2651760" cy="7315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234440"/>
            <a:ext cx="640080" cy="6400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9-10分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1920240" cy="228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017520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主动向他人推荐品牌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3310128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重复购买意愿高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3602736"/>
            <a:ext cx="73152" cy="7315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愿意参与产品改进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3840480"/>
            <a:ext cx="2468880" cy="256032"/>
          </a:xfrm>
          <a:prstGeom prst="rect">
            <a:avLst/>
          </a:prstGeom>
          <a:solidFill>
            <a:srgbClr val="2A9D8F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激励口碑传播，培养忠诚度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29000" y="10515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4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1051560"/>
            <a:ext cx="2651760" cy="7315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2" name="Shape 20"/>
          <p:cNvSpPr/>
          <p:nvPr/>
        </p:nvSpPr>
        <p:spPr>
          <a:xfrm>
            <a:off x="4434840" y="1234440"/>
            <a:ext cx="640080" cy="64008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7-8分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被动者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42900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94760" y="2651760"/>
            <a:ext cx="1920240" cy="228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11880" y="3017520"/>
            <a:ext cx="73152" cy="73152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对产品基本满意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11880" y="3310128"/>
            <a:ext cx="73152" cy="73152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1" name="Text 29"/>
          <p:cNvSpPr/>
          <p:nvPr/>
        </p:nvSpPr>
        <p:spPr>
          <a:xfrm>
            <a:off x="374904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不主动推荐也不贬低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11880" y="3602736"/>
            <a:ext cx="73152" cy="73152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3749040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容易被竞品吸引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520440" y="3840480"/>
            <a:ext cx="2468880" cy="256032"/>
          </a:xfrm>
          <a:prstGeom prst="rect">
            <a:avLst/>
          </a:prstGeom>
          <a:solidFill>
            <a:srgbClr val="E9C46A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52044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提升期待，转化为推荐者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355080" y="1051560"/>
            <a:ext cx="265176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4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5080" y="1051560"/>
            <a:ext cx="2651760" cy="7315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8" name="Shape 36"/>
          <p:cNvSpPr/>
          <p:nvPr/>
        </p:nvSpPr>
        <p:spPr>
          <a:xfrm>
            <a:off x="7360920" y="1234440"/>
            <a:ext cx="640080" cy="64008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39" name="Text 37"/>
          <p:cNvSpPr/>
          <p:nvPr/>
        </p:nvSpPr>
        <p:spPr>
          <a:xfrm>
            <a:off x="736092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0-6分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1965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贬损者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35508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Detractors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720840" y="2651760"/>
            <a:ext cx="1920240" cy="228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537960" y="3017520"/>
            <a:ext cx="73152" cy="7315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对产品体验不满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37960" y="3310128"/>
            <a:ext cx="73152" cy="7315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7" name="Text 45"/>
          <p:cNvSpPr/>
          <p:nvPr/>
        </p:nvSpPr>
        <p:spPr>
          <a:xfrm>
            <a:off x="66751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向他人负面传播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37960" y="3602736"/>
            <a:ext cx="73152" cy="7315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49" name="Text 47"/>
          <p:cNvSpPr/>
          <p:nvPr/>
        </p:nvSpPr>
        <p:spPr>
          <a:xfrm>
            <a:off x="6675120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可能影响潜在客户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46520" y="3840480"/>
            <a:ext cx="2468880" cy="256032"/>
          </a:xfrm>
          <a:prstGeom prst="rect">
            <a:avLst/>
          </a:prstGeom>
          <a:solidFill>
            <a:srgbClr val="F4A261">
              <a:alpha val="8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46520" y="38404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及时响应，解决痛点问题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2920" y="4343400"/>
            <a:ext cx="7772400" cy="5029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53" name="Text 51"/>
          <p:cNvSpPr/>
          <p:nvPr/>
        </p:nvSpPr>
        <p:spPr>
          <a:xfrm>
            <a:off x="685800" y="43434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核心洞察：推荐者增长是降低NPS成本、提升品牌价值的关键杠杆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5" name="Text 5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2026-09-01T08:29:43Z</dcterms:created>
  <dcterms:modified xsi:type="dcterms:W3CDTF">2026-09-01T08:29:43Z</dcterms:modified>
</cp:coreProperties>
</file>