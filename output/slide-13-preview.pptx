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540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4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信号一：情绪信号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情绪高点：对方兴奋/愉悦时 → 接受度高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情绪低点：对方低落/疲惫时 → 倾向保守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情绪临界点：情绪转换期 → 说服力最强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【关键】情绪高点 ≠ 最佳时机，要看具体情况。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501A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2026-08-29T12:59:19Z</dcterms:created>
  <dcterms:modified xsi:type="dcterms:W3CDTF">2026-08-29T12:59:19Z</dcterms:modified>
</cp:coreProperties>
</file>