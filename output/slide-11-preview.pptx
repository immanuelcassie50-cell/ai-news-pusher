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什么是时机感知？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时机感知 = 在对的时间，看到对的信息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不是猜测对方在想什么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而是识别客观存在的信号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四大信号维度：情绪、认知、决策、外部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时机感知是一种可以训练的能力。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2026-08-29T12:59:27Z</dcterms:created>
  <dcterms:modified xsi:type="dcterms:W3CDTF">2026-08-29T12:59:27Z</dcterms:modified>
</cp:coreProperties>
</file>