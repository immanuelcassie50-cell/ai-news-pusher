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45920"/>
            <a:ext cx="3840480" cy="6400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认知层与实操层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项目管理的底层逻辑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目标设定与拆解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时间管理与节点控制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资源协调与风险应对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64592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645920"/>
            <a:ext cx="3840480" cy="64008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6916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0" y="24688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协作层与心态层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0" y="30632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跨部门协作与沟通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团队激励与冲突处理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项目管理者的心态建设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持续改进与复盘方法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8046720" cy="36576"/>
          </a:xfrm>
          <a:prstGeom prst="rect">
            <a:avLst/>
          </a:prstGeom>
          <a:solidFill>
            <a:srgbClr val="D4A5A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2026-07-16T08:20:27Z</dcterms:created>
  <dcterms:modified xsi:type="dcterms:W3CDTF">2026-07-16T08:20:27Z</dcterms:modified>
</cp:coreProperties>
</file>