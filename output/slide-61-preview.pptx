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向下说服的时机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向下说服的特殊性：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权力关系有利，但要注意方式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时机要考虑团队整体状态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接受度受信任关系影响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选择团队状态好的时候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在任务开始前说清楚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关注团队的情绪变化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2026-08-29T12:53:49Z</dcterms:created>
  <dcterms:modified xsi:type="dcterms:W3CDTF">2026-08-29T12:53:49Z</dcterms:modified>
</cp:coreProperties>
</file>