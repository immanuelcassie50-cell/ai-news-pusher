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540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54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平级说服 案例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案例：推动跨部门项目合作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时机选择：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发送正式邮件（容易被忽略）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对方项目受阻时主动约聊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策略：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先表达理解对方的困难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再提供帮助方案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最后自然引入合作想法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结果：获得对方认可，达成合作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501A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2026-08-29T12:53:49Z</dcterms:created>
  <dcterms:modified xsi:type="dcterms:W3CDTF">2026-08-29T12:53:49Z</dcterms:modified>
</cp:coreProperties>
</file>