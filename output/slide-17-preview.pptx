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认知窗口开放的表现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认知窗口开放的信号：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主动提问（'你怎么看……'）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表现出对不同观点的兴趣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没有急于下结论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愿意花时间讨论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没有明显的立场或已有立场松动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2026-08-29T12:58:42Z</dcterms:created>
  <dcterms:modified xsi:type="dcterms:W3CDTF">2026-08-29T12:58:42Z</dcterms:modified>
</cp:coreProperties>
</file>