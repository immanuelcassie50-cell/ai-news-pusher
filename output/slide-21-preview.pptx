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决策信号 案例分析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案例1：年度预算审批前72小时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财务部门信息收集期，说服窗口开启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案例2：周一部门例会决策中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最后影响机会，迅速行动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案例3：决策已宣布后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公开反对无效，转向重构认知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2026-08-29T12:58:42Z</dcterms:created>
  <dcterms:modified xsi:type="dcterms:W3CDTF">2026-08-29T12:58:42Z</dcterms:modified>
</cp:coreProperties>
</file>