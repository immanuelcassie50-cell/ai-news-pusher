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097280"/>
            <a:ext cx="2926080" cy="73152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行动学习项目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统筹管理工作手册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项目管理 / 协作流程 / 心态建设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D4A5A5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4389120"/>
            <a:ext cx="2011680" cy="75438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45262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 rot="2700000">
            <a:off x="7772400" y="1371600"/>
            <a:ext cx="1097280" cy="109728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11" name="Shape 9"/>
          <p:cNvSpPr/>
          <p:nvPr/>
        </p:nvSpPr>
        <p:spPr>
          <a:xfrm>
            <a:off x="8046720" y="1828800"/>
            <a:ext cx="731520" cy="731520"/>
          </a:xfrm>
          <a:prstGeom prst="rect">
            <a:avLst/>
          </a:prstGeom>
          <a:solidFill>
            <a:srgbClr val="D4A5A5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0" y="3840480"/>
            <a:ext cx="548640" cy="548640"/>
          </a:xfrm>
          <a:prstGeom prst="rect">
            <a:avLst/>
          </a:prstGeom>
          <a:solidFill>
            <a:srgbClr val="C45C5C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2026-07-16T08:20:20Z</dcterms:created>
  <dcterms:modified xsi:type="dcterms:W3CDTF">2026-07-16T08:20:20Z</dcterms:modified>
</cp:coreProperties>
</file>