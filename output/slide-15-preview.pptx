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情绪信号 案例分析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案例1：周一早会后向上司提建议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上司刚开完会，情绪活跃，认知开放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案例2：对方项目受阻时寻求合作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认知开放，愿意接受新方案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案例3：季度末冲刺阶段说服客户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决策紧迫感，窗口期收窄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2026-08-29T12:58:42Z</dcterms:created>
  <dcterms:modified xsi:type="dcterms:W3CDTF">2026-08-29T12:58:42Z</dcterms:modified>
</cp:coreProperties>
</file>