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228600" cy="2286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契约与信任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制度经济学视角下的契约理论与信任机制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27432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经济学课程系列 · 第六讲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731520"/>
            <a:ext cx="1097280" cy="1097280"/>
          </a:xfrm>
          <a:prstGeom prst="rect">
            <a:avLst/>
          </a:prstGeom>
          <a:solidFill>
            <a:srgbClr val="2A9D8F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1188720"/>
            <a:ext cx="731520" cy="731520"/>
          </a:xfrm>
          <a:prstGeom prst="rect">
            <a:avLst/>
          </a:prstGeom>
          <a:solidFill>
            <a:srgbClr val="E9C46A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契约的本质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011680"/>
            <a:ext cx="2926080" cy="18288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14173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信任的经济学逻辑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2011680"/>
            <a:ext cx="2926080" cy="18288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468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正式制度vs非正式约束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7280" y="3063240"/>
            <a:ext cx="2926080" cy="18288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24688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制度移植与路径依赖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0" y="3063240"/>
            <a:ext cx="2926080" cy="18288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520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制度设计实践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97280" y="4114800"/>
            <a:ext cx="2926080" cy="18288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389120" y="35204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0" y="3520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综合应用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29200" y="4114800"/>
            <a:ext cx="2926080" cy="18288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0" y="1280160"/>
            <a:ext cx="73152" cy="30175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为什么学"契约与信任"？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2560320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为什么有些合同签了等于没签？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280160"/>
            <a:ext cx="2560320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为什么有些承诺信了反而吃亏？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280160"/>
            <a:ext cx="2560320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55080" y="21031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为什么有些制度看起来完美却执行不下去？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7955280" cy="64008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840480"/>
            <a:ext cx="91440" cy="6400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404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制度设计不等于制度有效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" y="1463040"/>
            <a:ext cx="1234440" cy="1005840"/>
          </a:xfrm>
          <a:prstGeom prst="rect">
            <a:avLst/>
          </a:prstGeom>
          <a:solidFill>
            <a:srgbClr val="2A9D8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" y="1554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" y="19202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契约的本质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48740" y="1965960"/>
            <a:ext cx="228600" cy="0"/>
          </a:xfrm>
          <a:prstGeom prst="line">
            <a:avLst/>
          </a:prstGeom>
          <a:noFill/>
          <a:ln w="38100">
            <a:solidFill>
              <a:srgbClr val="E9C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590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23060" y="1463040"/>
            <a:ext cx="1234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3060" y="1554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68780" y="19202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信任的经济学逻辑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03220" y="1965960"/>
            <a:ext cx="228600" cy="0"/>
          </a:xfrm>
          <a:prstGeom prst="line">
            <a:avLst/>
          </a:prstGeom>
          <a:noFill/>
          <a:ln w="381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03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77540" y="1463040"/>
            <a:ext cx="1234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7540" y="1554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23260" y="19202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正式制度vs非正式约束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57700" y="1965960"/>
            <a:ext cx="228600" cy="0"/>
          </a:xfrm>
          <a:prstGeom prst="line">
            <a:avLst/>
          </a:prstGeom>
          <a:noFill/>
          <a:ln w="381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48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32020" y="1463040"/>
            <a:ext cx="1234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2020" y="1554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77740" y="19202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制度移植与路径依赖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12180" y="1965960"/>
            <a:ext cx="228600" cy="0"/>
          </a:xfrm>
          <a:prstGeom prst="line">
            <a:avLst/>
          </a:prstGeom>
          <a:noFill/>
          <a:ln w="381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934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86500" y="1463040"/>
            <a:ext cx="1234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6500" y="1554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32220" y="19202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制度设计实践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66660" y="1965960"/>
            <a:ext cx="228600" cy="0"/>
          </a:xfrm>
          <a:prstGeom prst="line">
            <a:avLst/>
          </a:prstGeom>
          <a:noFill/>
          <a:ln w="38100">
            <a:solidFill>
              <a:srgbClr val="E9C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038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840980" y="1463040"/>
            <a:ext cx="12344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40980" y="1554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86700" y="19202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34640"/>
            <a:ext cx="8229600" cy="54864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2336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75120" y="3017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264653">
              <a:alpha val="90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形成"认知→分析→应用"的完整闭环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686800" y="1371600"/>
            <a:ext cx="73152" cy="22860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0" cy="137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06340"/>
            <a:ext cx="3200400" cy="1371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645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契约的本质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0" y="2514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理解什么是契约、为什么契约总是不完全的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3200400"/>
            <a:ext cx="228600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3474720"/>
            <a:ext cx="822960" cy="822960"/>
          </a:xfrm>
          <a:prstGeom prst="rect">
            <a:avLst/>
          </a:prstGeom>
          <a:solidFill>
            <a:srgbClr val="2A9D8F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0" y="3840480"/>
            <a:ext cx="457200" cy="457200"/>
          </a:xfrm>
          <a:prstGeom prst="rect">
            <a:avLst/>
          </a:prstGeom>
          <a:solidFill>
            <a:srgbClr val="E9C46A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2026-08-24T18:29:48Z</dcterms:created>
  <dcterms:modified xsi:type="dcterms:W3CDTF">2026-08-24T18:29:48Z</dcterms:modified>
</cp:coreProperties>
</file>