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情绪高点的识别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如何识别对方的情绪高点？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语气轻快、音调上扬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主动分享信息或想法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肢体语言开放（身体前倾、眼神明亮）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语速加快、表达流畅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对新事物表现出好奇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2026-08-29T12:59:22Z</dcterms:created>
  <dcterms:modified xsi:type="dcterms:W3CDTF">2026-08-29T12:59:22Z</dcterms:modified>
</cp:coreProperties>
</file>