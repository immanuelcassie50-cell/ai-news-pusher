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540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54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四大时机信号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情绪信号 ←→ 认知信号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↕           ↕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决策信号 ←→ 外部信号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501A"/>
          </a:solidFill>
          <a:ln/>
        </p:spPr>
      </p:sp>
      <p:sp>
        <p:nvSpPr>
          <p:cNvPr id="6" name="Text 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2026-08-29T12:59:17Z</dcterms:created>
  <dcterms:modified xsi:type="dcterms:W3CDTF">2026-08-29T12:59:17Z</dcterms:modified>
</cp:coreProperties>
</file>