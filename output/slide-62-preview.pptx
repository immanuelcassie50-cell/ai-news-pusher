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向下说服 策略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向下说服的最佳时机：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任务开始前：明确目标和要求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团队成功之后：趁热打铁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出现问题时：及时纠偏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非正式场合：了解真实想法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禁忌时刻：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团队疲惫或士气低落时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连续作战之后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公开批评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2026-08-29T12:53:49Z</dcterms:created>
  <dcterms:modified xsi:type="dcterms:W3CDTF">2026-08-29T12:53:49Z</dcterms:modified>
</cp:coreProperties>
</file>