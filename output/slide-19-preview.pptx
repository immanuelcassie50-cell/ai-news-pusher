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信号三：决策信号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决策前72h：信息收集关键期，影响力窗口开启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决策进行中：最终影响窗口，仍有可能改变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决策完成后：重构认知的最佳时机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【关键】不同决策阶段，时机策略完全不同。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2026-08-29T12:58:42Z</dcterms:created>
  <dcterms:modified xsi:type="dcterms:W3CDTF">2026-08-29T12:58:42Z</dcterms:modified>
</cp:coreProperties>
</file>