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5401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401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平级说服 策略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平级说服的最佳时机：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对方项目遇到瓶颈时（愿意接受新方案）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共同完成大项目后（关系紧密）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对方刚获得成功时（情绪高涨）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非正式场合（走廊、午餐）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禁忌时刻：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对方忙碌或压力大时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对方已有明确立场时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5A5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公开场合（伤面子）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4501A"/>
          </a:solidFill>
          <a:ln/>
        </p:spPr>
      </p:sp>
      <p:sp>
        <p:nvSpPr>
          <p:cNvPr id="6" name="Text 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2026-08-29T12:53:48Z</dcterms:created>
  <dcterms:modified xsi:type="dcterms:W3CDTF">2026-08-29T12:53:48Z</dcterms:modified>
</cp:coreProperties>
</file>