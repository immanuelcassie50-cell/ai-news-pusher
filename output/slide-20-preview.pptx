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540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4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决策三阶段的时机特征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决策前72h     决策进行中     决策后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↓              ↓            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信息收集期   →  最终影响期  →  重构认知期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501A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2026-08-29T12:58:42Z</dcterms:created>
  <dcterms:modified xsi:type="dcterms:W3CDTF">2026-08-29T12:58:42Z</dcterms:modified>
</cp:coreProperties>
</file>