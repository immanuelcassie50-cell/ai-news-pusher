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平级说服的时机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平级说服的特殊性：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没有权力关系，说服靠影响力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时机选择更灵活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对方接受度是最大变量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了解对方的工作节奏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在对方需要帮助时提出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关注对方的情绪状态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2026-08-29T12:53:48Z</dcterms:created>
  <dcterms:modified xsi:type="dcterms:W3CDTF">2026-08-29T12:53:48Z</dcterms:modified>
</cp:coreProperties>
</file>