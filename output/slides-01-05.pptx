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73152" cy="50063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2011680" cy="2011680"/>
          </a:xfrm>
          <a:prstGeom prst="ellipse">
            <a:avLst/>
          </a:prstGeom>
          <a:solidFill>
            <a:srgbClr val="669BB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2011680"/>
            <a:ext cx="914400" cy="914400"/>
          </a:xfrm>
          <a:prstGeom prst="ellipse">
            <a:avLst/>
          </a:prstGeom>
          <a:solidFill>
            <a:srgbClr val="00304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315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31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经济学系列 · 第24课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斯密思想的现代回响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从亚当·斯密到哈耶克、弗里德曼的自由市场思想传承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566160"/>
            <a:ext cx="1371600" cy="54864"/>
          </a:xfrm>
          <a:prstGeom prst="rect">
            <a:avLst/>
          </a:prstGeom>
          <a:solidFill>
            <a:srgbClr val="C1121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课程全景图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5个模块导航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斯密的核心思想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03-15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55448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从斯密到奥地利学派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16-21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55448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边际革命与社会主义论战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22-28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55448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哈耶克的自由主义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29-33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55448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0956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9808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熊彼特与创新资本主义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34-35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为什么学习斯密？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学习这门课的意义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2011680"/>
            <a:ext cx="1463040" cy="1463040"/>
          </a:xfrm>
          <a:prstGeom prst="ellipse">
            <a:avLst/>
          </a:prstGeom>
          <a:solidFill>
            <a:srgbClr val="003049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20116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理解市场经济的思想根源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追溯自由市场理论的源头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371600"/>
            <a:ext cx="54864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7830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把握现代经济学的核心概念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需求、供给、价格的形成机制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71800"/>
            <a:ext cx="54864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建立经济思想史的坐标系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在历史脉络中定位斯密的位置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297180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2971800"/>
            <a:ext cx="54864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0" y="3383280"/>
            <a:ext cx="548640" cy="54864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7492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洞察人性的经济与社会维度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理解人的自利心与社会性的平衡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78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斯密的时代（1723-1790）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时代背景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1280160"/>
            <a:ext cx="36576" cy="201168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389888"/>
            <a:ext cx="274320" cy="2743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斯密出生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1892808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828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《道德情操论》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2395728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331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1776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《国富论》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2898648"/>
            <a:ext cx="274320" cy="27432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834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斯密去世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123444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1234440"/>
            <a:ext cx="45720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3441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工业革命萌芽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技术创新开始改变生产方式，资本主义萌芽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22402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0" y="2240280"/>
            <a:ext cx="45720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2350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苏格兰启蒙运动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2697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理性主义盛行，为现代经济学奠定思想基础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32461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3246120"/>
            <a:ext cx="45720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3558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圈地运动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703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土地私有化推动农业资本主义发展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425196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0" y="4251960"/>
            <a:ext cx="4572000" cy="45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4361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殖民扩张加速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4709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国际贸易网络扩展，重商主义政策主导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8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工业革命前的世界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18世纪的经济与社会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3584" y="1645920"/>
            <a:ext cx="6839712" cy="36576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农业社会占主导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24128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绝大多数人口从事农业生产，手工业与农业紧密结合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67128" y="128016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33472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58568" y="228600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手工业行会制度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41448" y="2971800"/>
            <a:ext cx="1024128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2258568" y="30632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行会制度下的手工作坊，生产效率有限但技艺精湛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77056" y="128016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68496" y="228600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重商主义政策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51376" y="2971800"/>
            <a:ext cx="1024128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3" name="Text 21"/>
          <p:cNvSpPr/>
          <p:nvPr/>
        </p:nvSpPr>
        <p:spPr>
          <a:xfrm>
            <a:off x="3968496" y="30632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国家积极干预贸易，积累金银货币成为主要目标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86984" y="128016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6053328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78424" y="228600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殖民扩张加速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61304" y="2971800"/>
            <a:ext cx="1024128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9" name="Text 27"/>
          <p:cNvSpPr/>
          <p:nvPr/>
        </p:nvSpPr>
        <p:spPr>
          <a:xfrm>
            <a:off x="5678424" y="30632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欧洲列强争夺海外市场，奴隶贸易与原料掠夺盛行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96912" y="128016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63256" y="146304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7763256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88352" y="2286000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人口增长与城市化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71232" y="2971800"/>
            <a:ext cx="1024128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5" name="Text 33"/>
          <p:cNvSpPr/>
          <p:nvPr/>
        </p:nvSpPr>
        <p:spPr>
          <a:xfrm>
            <a:off x="7388352" y="30632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人口缓慢增长，城市开始兴起但规模有限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斯密思想的现代回响</dc:title>
  <dc:subject>PptxGenJS Presentation</dc:subject>
  <dc:creator>PptxGenJS</dc:creator>
  <cp:lastModifiedBy>PptxGenJS</cp:lastModifiedBy>
  <cp:revision>1</cp:revision>
  <dcterms:created xsi:type="dcterms:W3CDTF">2026-08-26T01:33:11Z</dcterms:created>
  <dcterms:modified xsi:type="dcterms:W3CDTF">2026-08-26T01:33:11Z</dcterms:modified>
</cp:coreProperties>
</file>