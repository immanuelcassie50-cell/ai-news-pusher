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信号二：认知信号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认知开放期：愿意接收新信息，判断相对开放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认知封闭期：已有判断，排斥不同观点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认知疲劳期：信息过载后，接收效率低下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【关键】在对方认知封闭时强行说服，往往适得其反。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2026-08-29T12:58:42Z</dcterms:created>
  <dcterms:modified xsi:type="dcterms:W3CDTF">2026-08-29T12:58:42Z</dcterms:modified>
</cp:coreProperties>
</file>