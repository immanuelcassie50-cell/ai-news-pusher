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向上说服 案例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案例：向总经理申请新项目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时机选择：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月末汇报时（时间紧张）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周二下午主动约时间（领导状态好）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先了解领导当前最关心的问题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将建议与领导关注点关联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准备简洁有力的数据支持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结果：获得15分钟深度交流机会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2026-08-29T12:53:48Z</dcterms:created>
  <dcterms:modified xsi:type="dcterms:W3CDTF">2026-08-29T12:53:48Z</dcterms:modified>
</cp:coreProperties>
</file>