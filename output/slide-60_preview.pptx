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理论输入：全球协作的三个层次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时间：45分钟  |  形式：讲解 + 讨论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52704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个人层面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331720"/>
            <a:ext cx="23774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688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跨文化沟通能力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文化智商 (Cultural Intelligence, CQ)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语言能力与适应能力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417320"/>
            <a:ext cx="2651760" cy="548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Shape 13"/>
          <p:cNvSpPr/>
          <p:nvPr/>
        </p:nvSpPr>
        <p:spPr>
          <a:xfrm>
            <a:off x="3429000" y="15087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152704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团队层面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Level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2331720"/>
            <a:ext cx="23774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24688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心理安全感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平等感设计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协作流程与规范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417320"/>
            <a:ext cx="2651760" cy="5486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3" name="Shape 21"/>
          <p:cNvSpPr/>
          <p:nvPr/>
        </p:nvSpPr>
        <p:spPr>
          <a:xfrm>
            <a:off x="6263640" y="15087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152704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组织层面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6364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Level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331720"/>
            <a:ext cx="2377440" cy="18288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4688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政策与制度支持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资源与工具配置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领导层承诺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526280"/>
            <a:ext cx="8229600" cy="18288"/>
          </a:xfrm>
          <a:prstGeom prst="rect">
            <a:avLst/>
          </a:prstGeom>
          <a:solidFill>
            <a:srgbClr val="8D99AE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2026-08-06T12:10:59Z</dcterms:created>
  <dcterms:modified xsi:type="dcterms:W3CDTF">2026-08-06T12:10:59Z</dcterms:modified>
</cp:coreProperties>
</file>