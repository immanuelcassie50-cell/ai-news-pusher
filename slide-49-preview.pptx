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重建市场边界的六条路径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457200" cy="14630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457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05840" y="1097280"/>
            <a:ext cx="2011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跨越替代性行业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91840" y="109728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0" y="1097280"/>
            <a:ext cx="457200" cy="14630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1097280"/>
            <a:ext cx="457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0" y="1097280"/>
            <a:ext cx="2011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跨越战略集团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26480" y="109728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1097280"/>
            <a:ext cx="457200" cy="14630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1097280"/>
            <a:ext cx="457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675120" y="1097280"/>
            <a:ext cx="2011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跨越买方群体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788920"/>
            <a:ext cx="457200" cy="14630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788920"/>
            <a:ext cx="457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005840" y="2788920"/>
            <a:ext cx="2011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跨越互补性产品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291840" y="278892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91840" y="2788920"/>
            <a:ext cx="457200" cy="14630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1" name="Text 19"/>
          <p:cNvSpPr/>
          <p:nvPr/>
        </p:nvSpPr>
        <p:spPr>
          <a:xfrm>
            <a:off x="3291840" y="2788920"/>
            <a:ext cx="457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840480" y="2788920"/>
            <a:ext cx="2011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跨越行业功能情感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26480" y="278892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26480" y="2788920"/>
            <a:ext cx="457200" cy="14630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0" y="2788920"/>
            <a:ext cx="457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675120" y="2788920"/>
            <a:ext cx="2011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跨越时间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2026-08-29T16:19:15Z</dcterms:created>
  <dcterms:modified xsi:type="dcterms:W3CDTF">2026-08-29T16:19:15Z</dcterms:modified>
</cp:coreProperties>
</file>