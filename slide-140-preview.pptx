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4A4E6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9A8C9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文化变革管理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从知道到做到，从做到到持续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3063240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文化契合度是并购成功的关键因素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3474720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主动干预比被动等待更有效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3886200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2" name="Text 10"/>
          <p:cNvSpPr/>
          <p:nvPr/>
        </p:nvSpPr>
        <p:spPr>
          <a:xfrm>
            <a:off x="205740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持续学习与实践是能力提升的路径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感谢参与本次课程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474720" y="470916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9A8C98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4709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文化变革管理 精品课程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03920" y="475488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9A8C98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2026-08-31T07:29:10Z</dcterms:created>
  <dcterms:modified xsi:type="dcterms:W3CDTF">2026-08-31T07:29:10Z</dcterms:modified>
</cp:coreProperties>
</file>