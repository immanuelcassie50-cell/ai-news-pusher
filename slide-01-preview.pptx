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3D475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40080"/>
            <a:ext cx="109728" cy="4503420"/>
          </a:xfrm>
          <a:prstGeom prst="rect">
            <a:avLst/>
          </a:prstGeom>
          <a:solidFill>
            <a:srgbClr val="C17F3D"/>
          </a:solidFill>
          <a:ln/>
        </p:spPr>
      </p:sp>
      <p:sp>
        <p:nvSpPr>
          <p:cNvPr id="4" name="Shape 2"/>
          <p:cNvSpPr/>
          <p:nvPr/>
        </p:nvSpPr>
        <p:spPr>
          <a:xfrm>
            <a:off x="7132320" y="914400"/>
            <a:ext cx="1645920" cy="1645920"/>
          </a:xfrm>
          <a:prstGeom prst="ellipse">
            <a:avLst/>
          </a:prstGeom>
          <a:solidFill>
            <a:srgbClr val="F0DEC4">
              <a:alpha val="7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7863840" y="2194560"/>
            <a:ext cx="822960" cy="822960"/>
          </a:xfrm>
          <a:prstGeom prst="ellipse">
            <a:avLst/>
          </a:prstGeom>
          <a:solidFill>
            <a:srgbClr val="5C6270">
              <a:alpha val="6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463040"/>
            <a:ext cx="7315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3D47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案例萃取全流程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548640" y="26517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5C62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从一段录音到一份能教人的案例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548640" y="3337560"/>
            <a:ext cx="2011680" cy="36576"/>
          </a:xfrm>
          <a:prstGeom prst="rect">
            <a:avLst/>
          </a:prstGeom>
          <a:solidFill>
            <a:srgbClr val="C17F3D"/>
          </a:solidFill>
          <a:ln/>
        </p:spPr>
      </p:sp>
      <p:sp>
        <p:nvSpPr>
          <p:cNvPr id="9" name="Shape 7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F0DEC4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46863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2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深圳移动 · 案例萃取课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2026-09-01T02:48:38Z</dcterms:created>
  <dcterms:modified xsi:type="dcterms:W3CDTF">2026-09-01T02:48:38Z</dcterms:modified>
</cp:coreProperties>
</file>