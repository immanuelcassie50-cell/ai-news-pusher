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三步信任重建法：第三步——情感连接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2926080" cy="320040"/>
          </a:xfrm>
          <a:prstGeom prst="roundRect">
            <a:avLst>
              <a:gd name="adj" fmla="val 22857"/>
            </a:avLst>
          </a:prstGeom>
          <a:solidFill>
            <a:srgbClr val="D4C5C5">
              <a:alpha val="5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961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核心理念：承认局限，表达关心，建立关系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0" cy="3200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为什么情感连接重要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91440" cy="91440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55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薪酬对话不只是谈数字，是谈关系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65376"/>
            <a:ext cx="91440" cy="91440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1755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员工要的不只是"公平"，还要"被看见"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65376"/>
            <a:ext cx="91440" cy="91440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1755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数字讲完了，关系才刚刚开始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情感连接的四个表达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1965960" cy="73152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651760"/>
            <a:ext cx="292608" cy="292608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6517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承认局限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035808"/>
            <a:ext cx="1746504" cy="594360"/>
          </a:xfrm>
          <a:prstGeom prst="roundRect">
            <a:avLst>
              <a:gd name="adj" fmla="val 9231"/>
            </a:avLst>
          </a:prstGeom>
          <a:solidFill>
            <a:srgbClr val="D4C5C5">
              <a:alpha val="3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06324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"我能调整的空间确实有限"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3730752"/>
            <a:ext cx="1746504" cy="320040"/>
          </a:xfrm>
          <a:prstGeom prst="roundRect">
            <a:avLst>
              <a:gd name="adj" fmla="val 17143"/>
            </a:avLst>
          </a:prstGeom>
          <a:solidFill>
            <a:srgbClr val="8B2635">
              <a:alpha val="15000"/>
            </a:srgbClr>
          </a:solidFill>
          <a:ln w="6350">
            <a:solidFill>
              <a:srgbClr val="8B26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730752"/>
            <a:ext cx="1636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让员工知道你在尽力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246888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06040" y="2468880"/>
            <a:ext cx="1965960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0" y="2651760"/>
            <a:ext cx="292608" cy="2926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26517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看见贡献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15768" y="3035808"/>
            <a:ext cx="1746504" cy="594360"/>
          </a:xfrm>
          <a:prstGeom prst="roundRect">
            <a:avLst>
              <a:gd name="adj" fmla="val 9231"/>
            </a:avLst>
          </a:prstGeom>
          <a:solidFill>
            <a:srgbClr val="D4C5C5">
              <a:alpha val="3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0632" y="306324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"我记得你去年做了XXX"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15768" y="3730752"/>
            <a:ext cx="1746504" cy="320040"/>
          </a:xfrm>
          <a:prstGeom prst="roundRect">
            <a:avLst>
              <a:gd name="adj" fmla="val 17143"/>
            </a:avLst>
          </a:prstGeom>
          <a:solidFill>
            <a:srgbClr val="C45C3E">
              <a:alpha val="15000"/>
            </a:srgbClr>
          </a:solidFill>
          <a:ln w="6350">
            <a:solidFill>
              <a:srgbClr val="C45C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3730752"/>
            <a:ext cx="1636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让员工知道你在关注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46888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468880"/>
            <a:ext cx="1965960" cy="73152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34" name="Shape 32"/>
          <p:cNvSpPr/>
          <p:nvPr/>
        </p:nvSpPr>
        <p:spPr>
          <a:xfrm>
            <a:off x="4892040" y="2651760"/>
            <a:ext cx="292608" cy="292608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26517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表达期待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64608" y="3035808"/>
            <a:ext cx="1746504" cy="594360"/>
          </a:xfrm>
          <a:prstGeom prst="roundRect">
            <a:avLst>
              <a:gd name="adj" fmla="val 9231"/>
            </a:avLst>
          </a:prstGeom>
          <a:solidFill>
            <a:srgbClr val="D4C5C5">
              <a:alpha val="3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06324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"我对你的下一步发展有期待"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64608" y="3730752"/>
            <a:ext cx="1746504" cy="320040"/>
          </a:xfrm>
          <a:prstGeom prst="roundRect">
            <a:avLst>
              <a:gd name="adj" fmla="val 17143"/>
            </a:avLst>
          </a:prstGeom>
          <a:solidFill>
            <a:srgbClr val="8B2635">
              <a:alpha val="15000"/>
            </a:srgbClr>
          </a:solidFill>
          <a:ln w="6350">
            <a:solidFill>
              <a:srgbClr val="8B26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730752"/>
            <a:ext cx="1636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让员工看到未来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03720" y="246888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2468880"/>
            <a:ext cx="1965960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3" name="Shape 41"/>
          <p:cNvSpPr/>
          <p:nvPr/>
        </p:nvSpPr>
        <p:spPr>
          <a:xfrm>
            <a:off x="7040880" y="2651760"/>
            <a:ext cx="292608" cy="2926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44" name="Text 42"/>
          <p:cNvSpPr/>
          <p:nvPr/>
        </p:nvSpPr>
        <p:spPr>
          <a:xfrm>
            <a:off x="704088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06640" y="26517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开放对话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013448" y="3035808"/>
            <a:ext cx="1746504" cy="594360"/>
          </a:xfrm>
          <a:prstGeom prst="roundRect">
            <a:avLst>
              <a:gd name="adj" fmla="val 9231"/>
            </a:avLst>
          </a:prstGeom>
          <a:solidFill>
            <a:srgbClr val="D4C5C5">
              <a:alpha val="3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68312" y="306324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"你有什么想问的，或者有什么想法"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13448" y="3730752"/>
            <a:ext cx="1746504" cy="320040"/>
          </a:xfrm>
          <a:prstGeom prst="roundRect">
            <a:avLst>
              <a:gd name="adj" fmla="val 17143"/>
            </a:avLst>
          </a:prstGeom>
          <a:solidFill>
            <a:srgbClr val="C45C3E">
              <a:alpha val="15000"/>
            </a:srgbClr>
          </a:solidFill>
          <a:ln w="6350">
            <a:solidFill>
              <a:srgbClr val="C45C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68312" y="3730752"/>
            <a:ext cx="1636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邀请员工参与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315968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8B2635">
              <a:alpha val="5000"/>
            </a:srgbClr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" y="445312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44531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三步法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737360" y="442569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透明披露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737360" y="46085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(讲清楚)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566160" y="442569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3886200" y="442569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8620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逻辑呈现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3886200" y="46085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(说服)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715000" y="442569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6035040" y="442569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3504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情感连接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035040" y="46085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(连接)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4937760"/>
            <a:ext cx="64008" cy="640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65" name="Shape 63"/>
          <p:cNvSpPr/>
          <p:nvPr/>
        </p:nvSpPr>
        <p:spPr>
          <a:xfrm>
            <a:off x="621792" y="493776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66" name="Shape 64"/>
          <p:cNvSpPr/>
          <p:nvPr/>
        </p:nvSpPr>
        <p:spPr>
          <a:xfrm>
            <a:off x="786384" y="493776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2026-08-10T03:32:35Z</dcterms:created>
  <dcterms:modified xsi:type="dcterms:W3CDTF">2026-08-10T03:32:35Z</dcterms:modified>
</cp:coreProperties>
</file>