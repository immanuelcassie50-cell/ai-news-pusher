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274320"/>
            <a:ext cx="3474720" cy="2560320"/>
          </a:xfrm>
          <a:prstGeom prst="rect">
            <a:avLst>
              <a:gd name="adj" fmla="val 2857"/>
            </a:avLst>
          </a:prstGeom>
          <a:solidFill>
            <a:srgbClr val="8B263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377440"/>
            <a:ext cx="2286000" cy="1645920"/>
          </a:xfrm>
          <a:prstGeom prst="rect">
            <a:avLst>
              <a:gd name="adj" fmla="val 5556"/>
            </a:avLst>
          </a:prstGeom>
          <a:solidFill>
            <a:srgbClr val="C45C3E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4114800"/>
            <a:ext cx="2011680" cy="1371600"/>
          </a:xfrm>
          <a:prstGeom prst="rect">
            <a:avLst>
              <a:gd name="adj" fmla="val 8000"/>
            </a:avLst>
          </a:prstGeom>
          <a:solidFill>
            <a:srgbClr val="D4C5C5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0" y="3474720"/>
            <a:ext cx="731520" cy="731520"/>
          </a:xfrm>
          <a:prstGeom prst="rect">
            <a:avLst>
              <a:gd name="adj" fmla="val 6250"/>
            </a:avLst>
          </a:prstGeom>
          <a:solidFill>
            <a:srgbClr val="8B2635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0" y="1097280"/>
            <a:ext cx="1097280" cy="54864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325880"/>
            <a:ext cx="640080" cy="36576"/>
          </a:xfrm>
          <a:prstGeom prst="rect">
            <a:avLst/>
          </a:prstGeom>
          <a:solidFill>
            <a:srgbClr val="D4C5C5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0" y="1828800"/>
            <a:ext cx="45720" cy="1371600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630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管理者薪酬对话</a:t>
            </a:r>
            <a:endParaRPr lang="en-US" sz="60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1828800" cy="73152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803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怎么解释AI生成的调薪决策而不失去信任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4114800" cy="13716"/>
          </a:xfrm>
          <a:prstGeom prst="rect">
            <a:avLst/>
          </a:prstGeom>
          <a:solidFill>
            <a:srgbClr val="D4C5C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HR薪酬管理精品课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2026-08-10T03:06:56Z</dcterms:created>
  <dcterms:modified xsi:type="dcterms:W3CDTF">2026-08-10T03:06:56Z</dcterms:modified>
</cp:coreProperties>
</file>