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8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217920" y="-274320"/>
            <a:ext cx="3474720" cy="2560320"/>
          </a:xfrm>
          <a:prstGeom prst="rect">
            <a:avLst>
              <a:gd name="adj" fmla="val 2857"/>
            </a:avLst>
          </a:prstGeom>
          <a:solidFill>
            <a:srgbClr val="8B2635">
              <a:alpha val="8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2377440"/>
            <a:ext cx="2286000" cy="1645920"/>
          </a:xfrm>
          <a:prstGeom prst="rect">
            <a:avLst>
              <a:gd name="adj" fmla="val 5556"/>
            </a:avLst>
          </a:prstGeom>
          <a:solidFill>
            <a:srgbClr val="C45C3E">
              <a:alpha val="7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498080" y="4114800"/>
            <a:ext cx="2011680" cy="1371600"/>
          </a:xfrm>
          <a:prstGeom prst="rect">
            <a:avLst>
              <a:gd name="adj" fmla="val 8000"/>
            </a:avLst>
          </a:prstGeom>
          <a:solidFill>
            <a:srgbClr val="D4C5C5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5669280" y="3474720"/>
            <a:ext cx="731520" cy="731520"/>
          </a:xfrm>
          <a:prstGeom prst="rect">
            <a:avLst>
              <a:gd name="adj" fmla="val 6250"/>
            </a:avLst>
          </a:prstGeom>
          <a:solidFill>
            <a:srgbClr val="8B2635">
              <a:alpha val="80000"/>
            </a:srgbClr>
          </a:solidFill>
          <a:ln/>
        </p:spPr>
      </p:sp>
      <p:sp>
        <p:nvSpPr>
          <p:cNvPr id="6" name="Shape 4"/>
          <p:cNvSpPr/>
          <p:nvPr/>
        </p:nvSpPr>
        <p:spPr>
          <a:xfrm>
            <a:off x="548640" y="1097280"/>
            <a:ext cx="73152" cy="2926080"/>
          </a:xfrm>
          <a:prstGeom prst="rect">
            <a:avLst/>
          </a:prstGeom>
          <a:solidFill>
            <a:srgbClr val="C45C3E"/>
          </a:solidFill>
          <a:ln/>
        </p:spPr>
      </p:sp>
      <p:sp>
        <p:nvSpPr>
          <p:cNvPr id="7" name="Text 5"/>
          <p:cNvSpPr/>
          <p:nvPr/>
        </p:nvSpPr>
        <p:spPr>
          <a:xfrm>
            <a:off x="822960" y="914400"/>
            <a:ext cx="2743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600" b="1" dirty="0">
                <a:solidFill>
                  <a:srgbClr val="8B263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9600" dirty="0"/>
          </a:p>
        </p:txBody>
      </p:sp>
      <p:sp>
        <p:nvSpPr>
          <p:cNvPr id="8" name="Text 6"/>
          <p:cNvSpPr/>
          <p:nvPr/>
        </p:nvSpPr>
        <p:spPr>
          <a:xfrm>
            <a:off x="822960" y="2286000"/>
            <a:ext cx="5486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4200" b="1" dirty="0">
                <a:solidFill>
                  <a:srgbClr val="8B263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薪酬对话场景实战</a:t>
            </a:r>
            <a:endParaRPr lang="en-US" sz="4200" dirty="0"/>
          </a:p>
        </p:txBody>
      </p:sp>
      <p:sp>
        <p:nvSpPr>
          <p:cNvPr id="9" name="Text 7"/>
          <p:cNvSpPr/>
          <p:nvPr/>
        </p:nvSpPr>
        <p:spPr>
          <a:xfrm>
            <a:off x="822960" y="3017520"/>
            <a:ext cx="5486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000" dirty="0">
                <a:solidFill>
                  <a:srgbClr val="4A4A4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五个真实场景的完整对话模板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822960" y="3657600"/>
            <a:ext cx="109728" cy="109728"/>
          </a:xfrm>
          <a:prstGeom prst="ellipse">
            <a:avLst/>
          </a:prstGeom>
          <a:solidFill>
            <a:srgbClr val="C45C3E"/>
          </a:solidFill>
          <a:ln/>
        </p:spPr>
      </p:sp>
      <p:sp>
        <p:nvSpPr>
          <p:cNvPr id="11" name="Shape 9"/>
          <p:cNvSpPr/>
          <p:nvPr/>
        </p:nvSpPr>
        <p:spPr>
          <a:xfrm>
            <a:off x="1005840" y="3657600"/>
            <a:ext cx="109728" cy="109728"/>
          </a:xfrm>
          <a:prstGeom prst="ellipse">
            <a:avLst/>
          </a:prstGeom>
          <a:solidFill>
            <a:srgbClr val="C45C3E">
              <a:alpha val="6000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1188720" y="3657600"/>
            <a:ext cx="109728" cy="109728"/>
          </a:xfrm>
          <a:prstGeom prst="ellipse">
            <a:avLst/>
          </a:prstGeom>
          <a:solidFill>
            <a:srgbClr val="C45C3E">
              <a:alpha val="3000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48640" y="4206240"/>
            <a:ext cx="1371600" cy="36576"/>
          </a:xfrm>
          <a:prstGeom prst="rect">
            <a:avLst/>
          </a:prstGeom>
          <a:solidFill>
            <a:srgbClr val="D4C5C5"/>
          </a:solidFill>
          <a:ln/>
        </p:spPr>
      </p:sp>
      <p:sp>
        <p:nvSpPr>
          <p:cNvPr id="14" name="Shape 12"/>
          <p:cNvSpPr/>
          <p:nvPr/>
        </p:nvSpPr>
        <p:spPr>
          <a:xfrm>
            <a:off x="548640" y="4343400"/>
            <a:ext cx="914400" cy="27432"/>
          </a:xfrm>
          <a:prstGeom prst="rect">
            <a:avLst/>
          </a:prstGeom>
          <a:solidFill>
            <a:srgbClr val="D4C5C5">
              <a:alpha val="50000"/>
            </a:srgbClr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2026-08-10T09:42:45Z</dcterms:created>
  <dcterms:modified xsi:type="dcterms:W3CDTF">2026-08-10T09:42:45Z</dcterms:modified>
</cp:coreProperties>
</file>