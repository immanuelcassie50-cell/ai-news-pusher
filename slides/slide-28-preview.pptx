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73152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FF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人机边界设计与实战演练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228600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3840480"/>
            <a:ext cx="1097280" cy="1097280"/>
          </a:xfrm>
          <a:prstGeom prst="ellipse">
            <a:avLst/>
          </a:prstGeom>
          <a:solidFill>
            <a:srgbClr val="EF5350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4114800"/>
            <a:ext cx="731520" cy="731520"/>
          </a:xfrm>
          <a:prstGeom prst="ellipse">
            <a:avLst/>
          </a:prstGeom>
          <a:solidFill>
            <a:srgbClr val="FFCDD2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2026-08-05T19:41:31Z</dcterms:created>
  <dcterms:modified xsi:type="dcterms:W3CDTF">2026-08-05T19:41:31Z</dcterms:modified>
</cp:coreProperties>
</file>