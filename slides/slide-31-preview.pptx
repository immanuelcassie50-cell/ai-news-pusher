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0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芝加哥学派的特征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097280"/>
            <a:ext cx="2651760" cy="502920"/>
          </a:xfrm>
          <a:prstGeom prst="rect">
            <a:avLst/>
          </a:prstGeom>
          <a:solidFill>
            <a:srgbClr val="78000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学术风格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892808"/>
            <a:ext cx="164592" cy="164592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783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强调实证经济学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715768"/>
            <a:ext cx="164592" cy="164592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方法论上的实用主义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3538728"/>
            <a:ext cx="164592" cy="164592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429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抵制没有经验基础的空谈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47472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74720" y="1097280"/>
            <a:ext cx="2651760" cy="502920"/>
          </a:xfrm>
          <a:prstGeom prst="rect">
            <a:avLst/>
          </a:prstGeom>
          <a:solidFill>
            <a:srgbClr val="C1121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政策立场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0" y="1892808"/>
            <a:ext cx="164592" cy="16459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1783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倾向于自由市场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2715768"/>
            <a:ext cx="164592" cy="16459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批评政府干预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0" y="3538728"/>
            <a:ext cx="164592" cy="164592"/>
          </a:xfrm>
          <a:prstGeom prst="ellipse">
            <a:avLst/>
          </a:prstGeom>
          <a:solidFill>
            <a:srgbClr val="C1121F"/>
          </a:solidFill>
          <a:ln/>
        </p:spPr>
      </p:sp>
      <p:sp>
        <p:nvSpPr>
          <p:cNvPr id="21" name="Text 19"/>
          <p:cNvSpPr/>
          <p:nvPr/>
        </p:nvSpPr>
        <p:spPr>
          <a:xfrm>
            <a:off x="3931920" y="3429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支持竞争政策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46520" y="109728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46520" y="1097280"/>
            <a:ext cx="2651760" cy="502920"/>
          </a:xfrm>
          <a:prstGeom prst="rect">
            <a:avLst/>
          </a:prstGeom>
          <a:solidFill>
            <a:srgbClr val="003049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0972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与奥地利学派的关键区别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629400" y="1892808"/>
            <a:ext cx="164592" cy="164592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1783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更接受数学建模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9400" y="2715768"/>
            <a:ext cx="164592" cy="164592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6060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更重视经验检验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629400" y="3538728"/>
            <a:ext cx="164592" cy="164592"/>
          </a:xfrm>
          <a:prstGeom prst="ellipse">
            <a:avLst/>
          </a:prstGeom>
          <a:solidFill>
            <a:srgbClr val="003049"/>
          </a:solidFill>
          <a:ln/>
        </p:spPr>
      </p:sp>
      <p:sp>
        <p:nvSpPr>
          <p:cNvPr id="30" name="Text 28"/>
          <p:cNvSpPr/>
          <p:nvPr/>
        </p:nvSpPr>
        <p:spPr>
          <a:xfrm>
            <a:off x="6903720" y="34290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0030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政策建议更具体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503920" y="4663440"/>
            <a:ext cx="457200" cy="457200"/>
          </a:xfrm>
          <a:prstGeom prst="ellipse">
            <a:avLst/>
          </a:prstGeom>
          <a:solidFill>
            <a:srgbClr val="780000"/>
          </a:solidFill>
          <a:ln/>
        </p:spPr>
      </p:sp>
      <p:sp>
        <p:nvSpPr>
          <p:cNvPr id="32" name="Text 30"/>
          <p:cNvSpPr/>
          <p:nvPr/>
        </p:nvSpPr>
        <p:spPr>
          <a:xfrm>
            <a:off x="8503920" y="4663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2026-08-26T00:48:08Z</dcterms:created>
  <dcterms:modified xsi:type="dcterms:W3CDTF">2026-08-26T00:48:08Z</dcterms:modified>
</cp:coreProperties>
</file>