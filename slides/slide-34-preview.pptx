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合作成立的四个条件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86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25880"/>
            <a:ext cx="548640" cy="54864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重复互动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玩家之间有持续的关系，而不是一次性交易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3886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1325880"/>
            <a:ext cx="548640" cy="54864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71500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未来影响现在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当期决策会影响到未来收益，贴现率不能太高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886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246120"/>
            <a:ext cx="548640" cy="54864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可识别背叛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393192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能够清楚地判断对方是否背叛，而不是误解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3017520"/>
            <a:ext cx="3886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3246120"/>
            <a:ext cx="548640" cy="54864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71500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可惩罚背叛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0" y="393192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有能力对背叛行为进行惩罚，使背叛成本大于收益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45720" cy="3200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四个条件缺一不可，否则合作难以稳定维持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2026-08-26T00:48:08Z</dcterms:created>
  <dcterms:modified xsi:type="dcterms:W3CDTF">2026-08-26T00:48:08Z</dcterms:modified>
</cp:coreProperties>
</file>