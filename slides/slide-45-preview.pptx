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第二模块小结：芝加哥学派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182880"/>
            <a:ext cx="457200" cy="4572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5486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18872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0972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芝加哥学派是斯密思想的现代传承者之一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37360"/>
            <a:ext cx="54864" cy="5486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182880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17373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弗里德曼强调货币与自由的关系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77440"/>
            <a:ext cx="54864" cy="5486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246888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2377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科斯的产权理论重新诠释了市场的制度基础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017520"/>
            <a:ext cx="54864" cy="5486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10896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3017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贝克尔将经济学扩展到人力资本领域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657600"/>
            <a:ext cx="54864" cy="54864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3749040"/>
            <a:ext cx="365760" cy="36576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36576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公共选择理论揭示了政治市场的失灵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669BBC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接下来：斯密遗产在当代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2026-08-26T00:47:39Z</dcterms:created>
  <dcterms:modified xsi:type="dcterms:W3CDTF">2026-08-26T00:47:39Z</dcterms:modified>
</cp:coreProperties>
</file>