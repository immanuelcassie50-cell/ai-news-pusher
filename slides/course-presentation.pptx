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一线突围：AI落地最后一公里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第5门 / 共8门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0" y="457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融进手头的活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让AI出现在你本来就在用的地方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3749040"/>
            <a:ext cx="2286000" cy="36576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发现你的工作流界面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54480" y="210312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找到AI嵌入点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297180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甜蜜点任务设计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554480" y="384048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977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落地检查与优化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为什么'融进手头'比'另开新工具'更有效？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答案藏在一个被大多数AI推广策略忽略的概念里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0" y="4389120"/>
            <a:ext cx="1097280" cy="548640"/>
          </a:xfrm>
          <a:prstGeom prst="rect">
            <a:avLst/>
          </a:prstGeom>
          <a:solidFill>
            <a:srgbClr val="EF233C">
              <a:alpha val="8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一个真实的场景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质检员小王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64592" cy="16459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2103120"/>
            <a:ext cx="36576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周一早上九点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接到写质量分析报告任务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64592" cy="16459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2743200"/>
            <a:ext cx="36576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习惯性动作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登录ERP系统查数据，打开Excel整理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64592" cy="16459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383280"/>
            <a:ext cx="36576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63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063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班长走过来说公司上了AI系统，给他开了账号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703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打开新系统，界面完全陌生，找不到该点什么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0" y="4023360"/>
            <a:ext cx="594360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4023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"算了，我还是用老办法吧"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三个月后……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0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73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那套AI系统几乎没人用，被信息部下线了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小王还是用老办法干活，偶尔听人提起"AI"就觉得是"又一轮搞形式"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这是一个典型的"推广失败"案例，但问题不在于小王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"工具切换成本"才是采纳率的最大杀手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认知摩擦——人在从一个任务切换到另一个任务时需要消耗的注意力、脑力和意志力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solidFill>
            <a:srgbClr val="EDF2F4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只要"切换"本身需要消耗一点额外的意志力，人就会本能地抗拒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434840"/>
            <a:ext cx="20116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用老系统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4434840"/>
            <a:ext cx="20116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切换到新AI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4434840"/>
            <a:ext cx="201168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完成工作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2356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采纳率的问题要在设计端解决，不是培训端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657600" cy="20116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错误思路：培训端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采购AI系统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举办培训会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员工学不会/不愿学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657600" cy="201168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正确思路：设计端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分析工作流界面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把AI嵌到既有界面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员工无感使用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常见的AI推广循环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一个越努力越失败的怪圈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采购一套AI系统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举办培训会，教员工怎么用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发现大家不用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再办一场培训会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21945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还是没人用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2194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领导觉得是员工态度问题，开始搞考核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2194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怨声载道，系统彻底变成摆设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这个循环的根源：把问题归咎于"人"而不是"设计"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真正有效的方式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在设计端就让AI"出现在你本来就在用的地方"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不是让员工去学一个新系统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把AI功能嵌到他们每天已经打开无数次的界面里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钉钉对话框旁、企业微信文档编辑栏里、ERP报表导出按钮边上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4206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让AI真正落地的关键，不是培训力度够不够，而是嵌入力度够不够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让AI出现在员工本来就在用的地方，是一个设计问题，而不是一个培训问题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4206240"/>
            <a:ext cx="18288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4206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4206240"/>
            <a:ext cx="182880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培训问题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64592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系列定位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603504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1887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一线突围：AI落地最后一公里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64592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课程序号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103120"/>
            <a:ext cx="603504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1031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第5门 / 共8门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164592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课程时长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77440" y="3017520"/>
            <a:ext cx="603504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0175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64592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3931920"/>
            <a:ext cx="603504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39319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核心能力——把AI嵌入既有工作流的判断力和操作能力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四个能力维度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0972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能列出自己日常工作中最常打开的3-5个系统和界面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554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71600"/>
            <a:ext cx="10972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能找到至少2种在既有界面里直接调用AI的具体方法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114800" cy="1554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能判断一个AI功能是否值得用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200400"/>
            <a:ext cx="109728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能产出一份完整的"我的AI嵌入方案"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423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发现你的工作流界面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1097280" cy="3657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~30分钟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423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找到AI嵌入点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017520"/>
            <a:ext cx="1097280" cy="3657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~25分钟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423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甜蜜点任务设计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017520"/>
            <a:ext cx="1097280" cy="3657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~20分钟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4231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0408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落地检查与优化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017520"/>
            <a:ext cx="1097280" cy="3657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~15分钟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发现你的工作流界面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找到你每天都在用的那几个界面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4206240"/>
            <a:ext cx="1828800" cy="45720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列出自己日常工作中最高频使用的3-5个系统和界面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8346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针对每个界面，识别出1-2个"重复性高、操作耗时"的操作步骤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为什么先扫描，而不是直接找AI功能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很多人接触AI落地时，脑子里第一个反应是"AI能帮我做什么？"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这个思路从"AI能做什么"出发，而不是从"你实际在做什么"出发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正确思路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你实际在做什么？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错误思路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AI能做什么？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两种思路的对比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错误思路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AI能做什么？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搜索AI功能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91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结果：找到一堆用不上的功能，或者根本不知道用在哪儿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正确思路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你实际在做什么？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AI能在哪个环节帮我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3200400"/>
            <a:ext cx="35661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3291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结果：精准找到AI能真正发挥价值的环节，落地率大幅提升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一个比喻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假设你是装修师傅，客户说想要更高效的厨房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错误做法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直接研究"最好的厨房电器"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推荐一堆客户根本不需要的贵设备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正确做法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先观察客户的厨房工作流程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找到真正的痛点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AI落地也是同样的道理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你的'界面清单'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找到每天打开三次以上的系统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系统/界面名称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每天打开次数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钉钉/企业微信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沟通、消息、审批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ERP系统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10+次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查工单、录数据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8+次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数据整理、制表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6+次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收发邮件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写报告、写文档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练习1：界面清单梳理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闭上眼睛，回想一个普通工作日，从早上到下午，你一天之内打开最多的系统/软件/界面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系统/界面名称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每天打开次数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（请自行填写）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找到"重复又讨厌"的操作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234440"/>
            <a:ext cx="100584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234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这件事你经常做，一周至少做3次以上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234440"/>
            <a:ext cx="100584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234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做这件事的时候，你心里其实很烦躁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1234440"/>
            <a:ext cx="100584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234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这件事的步骤是相对固定的，不会有太大变化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"重复又讨厌"是AI落地的最佳切入点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练习2：每个界面的'重复又讨厌'操作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针对每个高频界面，想一想做得最多的那件事是什么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系统/界面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'重复又讨厌'的操作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每次花多久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DF2F4"/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参考：Excel整理报表、ERP录入数据、企业微信回复客户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真实案例：王姐的界面清单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南方某电子厂质检员的一天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1280160"/>
            <a:ext cx="36576" cy="3474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32588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打开ERP系统，查当天生产工单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182880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373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开始质检，在Excel里记录检测数据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在企业微信里向班组长汇报质检结果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283464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432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打开Word写质检报告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333756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继续质检，在Excel里追加数据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384048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49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在企业微信里回复客户投诉邮件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434340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519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在ERP里录入当天质检完成情况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王姐的界面清单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34440"/>
            <a:ext cx="13716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约6次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查工单、录数据、看库存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371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234440"/>
            <a:ext cx="13716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34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持续开着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记录质检数据、整理报表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23360" cy="1371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88920"/>
            <a:ext cx="13716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788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无数次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沟通、汇报、发消息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23360" cy="1371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2788920"/>
            <a:ext cx="13716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每周2-3次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写质检报告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F233C">
              <a:alpha val="10000"/>
            </a:srgbClr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她最讨厌的事：在Excel里整理质检报表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王姐的改变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用AI帮她写公式，一次搞定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每周填报表的时间从两个小时缩短到二十分钟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节省了80%的时间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她没有去学一个新系统，她就在自己本来就在用的Excel里加了一个AI能力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融进手头的活 - 让AI出现在你本来就在用的地方</dc:title>
  <dc:subject>一线突围：AI落地最后一公里 - 第5门</dc:subject>
  <dc:creator>AI Training Course</dc:creator>
  <cp:lastModifiedBy>AI Training Course</cp:lastModifiedBy>
  <cp:revision>1</cp:revision>
  <dcterms:created xsi:type="dcterms:W3CDTF">2026-07-30T21:53:21Z</dcterms:created>
  <dcterms:modified xsi:type="dcterms:W3CDTF">2026-07-30T21:53:21Z</dcterms:modified>
</cp:coreProperties>
</file>