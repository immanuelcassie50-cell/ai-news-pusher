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非物质激励的设计原则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8880" y="960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了解每位员工真实的激励因素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不同人需要不同的激励组合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960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"小李想要更多挑战性任务，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小王想要稳定的成长路径"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行为发生后及时激励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延迟的激励效果减半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92024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9659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"项目成功当天就表扬，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不要等到年终总结"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6888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让激励行为被团队看见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发挥榜样和标杆作用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292608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"公开颁奖仪式，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让努力变成一种荣誉"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6888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建立长期稳定的激励体系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避免"运动式"激励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39319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977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"每月固定荣誉日，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而不是心血来潮发奖励"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设计非物质激励时，问自己：员工真的在乎吗？还是只是管理层觉得好？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2026-07-28T16:38:22Z</dcterms:created>
  <dcterms:modified xsi:type="dcterms:W3CDTF">2026-07-28T16:38:22Z</dcterms:modified>
</cp:coreProperties>
</file>