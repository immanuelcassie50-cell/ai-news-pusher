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社交场合的困境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AA制 vs 点贵菜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377440" cy="3657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55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平分账单时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2377440" cy="914400"/>
          </a:xfrm>
          <a:prstGeom prst="rect">
            <a:avLst/>
          </a:prstGeom>
          <a:solidFill>
            <a:srgbClr val="C53030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点便宜菜吃亏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点贵菜被怨恨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2377440" cy="822960"/>
          </a:xfrm>
          <a:prstGeom prst="rect">
            <a:avLst/>
          </a:prstGeom>
          <a:solidFill>
            <a:srgbClr val="1A365D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轮流请客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提前说好AA预算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05156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婚礼礼金 pooling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1737360"/>
            <a:ext cx="2377440" cy="3657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755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朋友集体凑份子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240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2514600"/>
            <a:ext cx="2377440" cy="914400"/>
          </a:xfrm>
          <a:prstGeom prst="rect">
            <a:avLst/>
          </a:prstGeom>
          <a:solidFill>
            <a:srgbClr val="C53030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别人出多少？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是否需要跟进？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566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3840480"/>
            <a:ext cx="2377440" cy="822960"/>
          </a:xfrm>
          <a:prstGeom prst="rect">
            <a:avLst/>
          </a:prstGeom>
          <a:solidFill>
            <a:srgbClr val="1A365D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886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约定金额上限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或建立礼金标准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05156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办公室咖啡机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1737360"/>
            <a:ext cx="2377440" cy="3657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755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公共资源使用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240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2514600"/>
            <a:ext cx="2377440" cy="914400"/>
          </a:xfrm>
          <a:prstGeom prst="rect">
            <a:avLst/>
          </a:prstGeom>
          <a:solidFill>
            <a:srgbClr val="C53030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用咖啡不付钱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每次付钱麻烦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566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3840480"/>
            <a:ext cx="2377440" cy="822960"/>
          </a:xfrm>
          <a:prstGeom prst="rect">
            <a:avLst/>
          </a:prstGeom>
          <a:solidFill>
            <a:srgbClr val="1A365D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886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设立公共基金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或轮流采购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2026-08-26T01:09:24Z</dcterms:created>
  <dcterms:modified xsi:type="dcterms:W3CDTF">2026-08-26T01:09:24Z</dcterms:modified>
</cp:coreProperties>
</file>