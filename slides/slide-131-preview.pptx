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C23B3B">
              <a:alpha val="85000"/>
            </a:srgbClr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五维模型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Five-Dimensional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6304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965960"/>
            <a:ext cx="548640" cy="548640"/>
          </a:xfrm>
          <a:prstGeom prst="ellipse">
            <a:avLst/>
          </a:prstGeom>
          <a:solidFill>
            <a:srgbClr val="4A5568">
              <a:alpha val="85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追问清单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Questioning Checklist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718096">
              <a:alpha val="85000"/>
            </a:srgbClr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综合练习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Practice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33756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3840480"/>
            <a:ext cx="548640" cy="548640"/>
          </a:xfrm>
          <a:prstGeom prst="ellipse">
            <a:avLst/>
          </a:prstGeom>
          <a:solidFill>
            <a:srgbClr val="C23B3B">
              <a:alpha val="85000"/>
            </a:srgbClr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607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6072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8229600" cy="27432"/>
          </a:xfrm>
          <a:prstGeom prst="rect">
            <a:avLst/>
          </a:prstGeom>
          <a:solidFill>
            <a:srgbClr val="71809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2026-07-22T11:48:40Z</dcterms:created>
  <dcterms:modified xsi:type="dcterms:W3CDTF">2026-07-22T11:48:40Z</dcterms:modified>
</cp:coreProperties>
</file>