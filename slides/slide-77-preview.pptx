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AI辅助决策的优势与局限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快速处理海量数据，信息提取效率指数级提升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24小时无间断运作，不受情绪和疲劳影响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9272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基于模式识别发现人工难以察觉的关联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96512"/>
            <a:ext cx="201168" cy="20116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标准化输出，降低因人为差异导致的质量波动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57200" cy="45720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1208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64792"/>
            <a:ext cx="201168" cy="201168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691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依赖训练数据质量，无法处理数据空白或偏差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542032"/>
            <a:ext cx="201168" cy="201168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468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缺乏真正的因果推理，仅限相关性分析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319272"/>
            <a:ext cx="201168" cy="201168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2461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无法理解上下文和隐性知识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4096512"/>
            <a:ext cx="201168" cy="201168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0233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复杂决策仍需人类判断力和责任感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1051560"/>
            <a:ext cx="0" cy="3474720"/>
          </a:xfrm>
          <a:prstGeom prst="line">
            <a:avLst/>
          </a:prstGeom>
          <a:noFill/>
          <a:ln w="19050">
            <a:solidFill>
              <a:srgbClr val="FFCD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关键洞察：AI是增强人类判断的工具，而非替代品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2026-08-06T03:24:34Z</dcterms:created>
  <dcterms:modified xsi:type="dcterms:W3CDTF">2026-08-06T03:24:34Z</dcterms:modified>
</cp:coreProperties>
</file>