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2926080" cy="2926080"/>
          </a:xfrm>
          <a:prstGeom prst="ellipse">
            <a:avLst/>
          </a:prstGeom>
          <a:solidFill>
            <a:srgbClr val="FFCDD2">
              <a:alpha val="50000"/>
            </a:srgbClr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3840480"/>
            <a:ext cx="1828800" cy="1828800"/>
          </a:xfrm>
          <a:prstGeom prst="ellipse">
            <a:avLst/>
          </a:prstGeom>
          <a:solidFill>
            <a:srgbClr val="FFCDD2">
              <a:alpha val="35000"/>
            </a:srgbClr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457200"/>
            <a:ext cx="548640" cy="548640"/>
          </a:xfrm>
          <a:prstGeom prst="ellipse">
            <a:avLst/>
          </a:prstGeom>
          <a:solidFill>
            <a:srgbClr val="EF5350">
              <a:alpha val="70000"/>
            </a:srgbClr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2286000"/>
            <a:ext cx="914400" cy="914400"/>
          </a:xfrm>
          <a:prstGeom prst="ellipse">
            <a:avLst/>
          </a:prstGeom>
          <a:solidFill>
            <a:srgbClr val="C62828">
              <a:alpha val="30000"/>
            </a:srgbClr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0" y="4389120"/>
            <a:ext cx="365760" cy="365760"/>
          </a:xfrm>
          <a:prstGeom prst="ellipse">
            <a:avLst/>
          </a:prstGeom>
          <a:solidFill>
            <a:srgbClr val="EF5350">
              <a:alpha val="60000"/>
            </a:srgbClr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0" y="4114800"/>
            <a:ext cx="228600" cy="228600"/>
          </a:xfrm>
          <a:prstGeom prst="ellipse">
            <a:avLst/>
          </a:prstGeom>
          <a:solidFill>
            <a:srgbClr val="FFCDD2">
              <a:alpha val="70000"/>
            </a:srgbClr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3840480"/>
            <a:ext cx="320040" cy="320040"/>
          </a:xfrm>
          <a:prstGeom prst="ellipse">
            <a:avLst/>
          </a:prstGeom>
          <a:solidFill>
            <a:srgbClr val="C62828">
              <a:alpha val="50000"/>
            </a:srgbClr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463040"/>
            <a:ext cx="54864" cy="21945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5448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课程结束</a:t>
            </a:r>
            <a:endParaRPr lang="en-US" sz="5600" dirty="0"/>
          </a:p>
        </p:txBody>
      </p:sp>
      <p:sp>
        <p:nvSpPr>
          <p:cNvPr id="12" name="Shape 10"/>
          <p:cNvSpPr/>
          <p:nvPr/>
        </p:nvSpPr>
        <p:spPr>
          <a:xfrm>
            <a:off x="731520" y="2697480"/>
            <a:ext cx="2743200" cy="4572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92608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感谢学习，期待再见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31520" y="4114800"/>
            <a:ext cx="137160" cy="137160"/>
          </a:xfrm>
          <a:prstGeom prst="ellipse">
            <a:avLst/>
          </a:prstGeom>
          <a:solidFill>
            <a:srgbClr val="FFCDD2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4114800"/>
            <a:ext cx="137160" cy="137160"/>
          </a:xfrm>
          <a:prstGeom prst="ellipse">
            <a:avLst/>
          </a:prstGeom>
          <a:solidFill>
            <a:srgbClr val="FFCDD2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80160" y="4114800"/>
            <a:ext cx="137160" cy="137160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54480" y="4114800"/>
            <a:ext cx="137160" cy="137160"/>
          </a:xfrm>
          <a:prstGeom prst="ellipse">
            <a:avLst/>
          </a:prstGeom>
          <a:solidFill>
            <a:srgbClr val="FFCDD2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0" y="4114800"/>
            <a:ext cx="137160" cy="137160"/>
          </a:xfrm>
          <a:prstGeom prst="ellipse">
            <a:avLst/>
          </a:prstGeom>
          <a:solidFill>
            <a:srgbClr val="FFCDD2"/>
          </a:solidFill>
          <a:ln w="12700">
            <a:solidFill>
              <a:srgbClr val="FFCDD2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2026-08-06T04:35:41Z</dcterms:created>
  <dcterms:modified xsi:type="dcterms:W3CDTF">2026-08-06T04:35:41Z</dcterms:modified>
</cp:coreProperties>
</file>