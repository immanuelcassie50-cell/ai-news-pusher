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持续优化与迭代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1645920" cy="4572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FFCDD2">
              <a:alpha val="50000"/>
            </a:srgbClr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9040" y="1920240"/>
            <a:ext cx="1645920" cy="164592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0" y="192024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822960" cy="822960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234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83480" y="2057400"/>
            <a:ext cx="182880" cy="182880"/>
          </a:xfrm>
          <a:prstGeom prst="ellipse">
            <a:avLst/>
          </a:prstGeom>
          <a:solidFill>
            <a:srgbClr val="424242"/>
          </a:solidFill>
          <a:ln/>
        </p:spPr>
      </p:sp>
      <p:sp>
        <p:nvSpPr>
          <p:cNvPr id="11" name="Shape 9"/>
          <p:cNvSpPr/>
          <p:nvPr/>
        </p:nvSpPr>
        <p:spPr>
          <a:xfrm>
            <a:off x="5303520" y="2651760"/>
            <a:ext cx="822960" cy="822960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2651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23560" y="3474720"/>
            <a:ext cx="182880" cy="182880"/>
          </a:xfrm>
          <a:prstGeom prst="ellipse">
            <a:avLst/>
          </a:prstGeom>
          <a:solidFill>
            <a:srgbClr val="424242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3749040"/>
            <a:ext cx="822960" cy="822960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3749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20440" y="4572000"/>
            <a:ext cx="182880" cy="182880"/>
          </a:xfrm>
          <a:prstGeom prst="ellipse">
            <a:avLst/>
          </a:prstGeom>
          <a:solidFill>
            <a:srgbClr val="424242"/>
          </a:solidFill>
          <a:ln/>
        </p:spPr>
      </p:sp>
      <p:sp>
        <p:nvSpPr>
          <p:cNvPr id="17" name="Shape 15"/>
          <p:cNvSpPr/>
          <p:nvPr/>
        </p:nvSpPr>
        <p:spPr>
          <a:xfrm>
            <a:off x="1645920" y="2651760"/>
            <a:ext cx="822960" cy="822960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0" y="2651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965960" y="3474720"/>
            <a:ext cx="182880" cy="182880"/>
          </a:xfrm>
          <a:prstGeom prst="ellipse">
            <a:avLst/>
          </a:prstGeom>
          <a:solidFill>
            <a:srgbClr val="424242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" y="109728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1097280"/>
            <a:ext cx="2560320" cy="4572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优化原则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1783080"/>
            <a:ext cx="228600" cy="22860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16916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小步快跑，避免大步冒进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2560320"/>
            <a:ext cx="228600" cy="22860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24688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数据驱动，量化效果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337560"/>
            <a:ext cx="228600" cy="22860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32461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定期回顾，持续改进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109728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1097280"/>
            <a:ext cx="2560320" cy="45720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行动项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00800" y="1737360"/>
            <a:ext cx="274320" cy="27432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1737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66560" y="16916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建立反馈收集机制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0" y="2514600"/>
            <a:ext cx="274320" cy="27432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2514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766560" y="24688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设定迭代周期（周/月）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00800" y="3291840"/>
            <a:ext cx="274320" cy="27432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0" y="3291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766560" y="32461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追踪关键指标（KPI）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65760" y="44348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C62828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44348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持续优化是AI方案成功的关键，而非一次性的技术实现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44" name="Text 4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2026-08-06T04:28:55Z</dcterms:created>
  <dcterms:modified xsi:type="dcterms:W3CDTF">2026-08-06T04:28:55Z</dcterms:modified>
</cp:coreProperties>
</file>