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模块三：重点回顾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463040"/>
            <a:ext cx="1828800" cy="18288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45920" y="1234440"/>
            <a:ext cx="1280160" cy="1280160"/>
          </a:xfrm>
          <a:prstGeom prst="ellipse">
            <a:avLst/>
          </a:prstGeom>
          <a:solidFill>
            <a:srgbClr val="FFCDD2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1280160" cy="1280160"/>
          </a:xfrm>
          <a:prstGeom prst="ellipse">
            <a:avLst/>
          </a:prstGeom>
          <a:solidFill>
            <a:srgbClr val="FFCDD2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2926080"/>
            <a:ext cx="1280160" cy="1280160"/>
          </a:xfrm>
          <a:prstGeom prst="ellipse">
            <a:avLst/>
          </a:prstGeom>
          <a:solidFill>
            <a:srgbClr val="FFCDD2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926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1280160" cy="1280160"/>
          </a:xfrm>
          <a:prstGeom prst="ellipse">
            <a:avLst/>
          </a:prstGeom>
          <a:solidFill>
            <a:srgbClr val="FFCDD2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926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1783080"/>
            <a:ext cx="91440" cy="9144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783080"/>
            <a:ext cx="91440" cy="9144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2697480"/>
            <a:ext cx="91440" cy="9144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2697480"/>
            <a:ext cx="91440" cy="9144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097280"/>
            <a:ext cx="1097280" cy="34747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097280"/>
            <a:ext cx="1097280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1719072"/>
            <a:ext cx="182880" cy="1828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164592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理论基础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542032"/>
            <a:ext cx="182880" cy="1828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246888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364992"/>
            <a:ext cx="182880" cy="1828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29184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1097280"/>
            <a:ext cx="1097280" cy="34747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0" y="1097280"/>
            <a:ext cx="1097280" cy="41148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0" y="1691640"/>
            <a:ext cx="228600" cy="2286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16916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92440" y="164592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2514600"/>
            <a:ext cx="228600" cy="2286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2514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92440" y="246888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实践方法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0" y="3337560"/>
            <a:ext cx="228600" cy="2286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0" y="3337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92440" y="329184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后续步骤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C62828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掌握重点，巩固学习成果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2026-08-06T04:31:38Z</dcterms:created>
  <dcterms:modified xsi:type="dcterms:W3CDTF">2026-08-06T04:31:38Z</dcterms:modified>
</cp:coreProperties>
</file>