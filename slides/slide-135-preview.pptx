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548640"/>
            <a:ext cx="1645920" cy="731520"/>
          </a:xfrm>
          <a:prstGeom prst="rightArrow">
            <a:avLst/>
          </a:prstGeom>
          <a:solidFill>
            <a:srgbClr val="FAFAF8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1371600"/>
            <a:ext cx="1371600" cy="548640"/>
          </a:xfrm>
          <a:prstGeom prst="rightArrow">
            <a:avLst/>
          </a:prstGeom>
          <a:solidFill>
            <a:srgbClr val="718096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2011680"/>
            <a:ext cx="1097280" cy="365760"/>
          </a:xfrm>
          <a:prstGeom prst="rightArrow">
            <a:avLst/>
          </a:prstGeom>
          <a:solidFill>
            <a:srgbClr val="C23B3B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6576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23B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准备进入收尾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for Closing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1371600" cy="36576"/>
          </a:xfrm>
          <a:prstGeom prst="rect">
            <a:avLst/>
          </a:prstGeom>
          <a:solidFill>
            <a:srgbClr val="C23B3B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828800"/>
            <a:ext cx="5943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AFAF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828800"/>
            <a:ext cx="91440" cy="914400"/>
          </a:xfrm>
          <a:prstGeom prst="rect">
            <a:avLst/>
          </a:prstGeom>
          <a:solidFill>
            <a:srgbClr val="C23B3B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2103120"/>
            <a:ext cx="365760" cy="365760"/>
          </a:xfrm>
          <a:prstGeom prst="ellipse">
            <a:avLst/>
          </a:prstGeom>
          <a:solidFill>
            <a:srgbClr val="C23B3B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103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80160" y="201168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总结已学技能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80160" y="23317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Summarize skills learned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880360"/>
            <a:ext cx="5943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AFAF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880360"/>
            <a:ext cx="91440" cy="914400"/>
          </a:xfrm>
          <a:prstGeom prst="rect">
            <a:avLst/>
          </a:prstGeom>
          <a:solidFill>
            <a:srgbClr val="C23B3B"/>
          </a:solidFill>
          <a:ln/>
        </p:spPr>
      </p:sp>
      <p:sp>
        <p:nvSpPr>
          <p:cNvPr id="16" name="Shape 14"/>
          <p:cNvSpPr/>
          <p:nvPr/>
        </p:nvSpPr>
        <p:spPr>
          <a:xfrm>
            <a:off x="731520" y="3154680"/>
            <a:ext cx="365760" cy="365760"/>
          </a:xfrm>
          <a:prstGeom prst="ellipse">
            <a:avLst/>
          </a:prstGeom>
          <a:solidFill>
            <a:srgbClr val="C23B3B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154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80160" y="306324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为习惯建立做铺垫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80160" y="33832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 groundwork for habit building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931920"/>
            <a:ext cx="5943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AFAF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931920"/>
            <a:ext cx="91440" cy="914400"/>
          </a:xfrm>
          <a:prstGeom prst="rect">
            <a:avLst/>
          </a:prstGeom>
          <a:solidFill>
            <a:srgbClr val="C23B3B"/>
          </a:solidFill>
          <a:ln/>
        </p:spPr>
      </p:sp>
      <p:sp>
        <p:nvSpPr>
          <p:cNvPr id="22" name="Shape 20"/>
          <p:cNvSpPr/>
          <p:nvPr/>
        </p:nvSpPr>
        <p:spPr>
          <a:xfrm>
            <a:off x="731520" y="4206240"/>
            <a:ext cx="365760" cy="365760"/>
          </a:xfrm>
          <a:prstGeom prst="ellipse">
            <a:avLst/>
          </a:prstGeom>
          <a:solidFill>
            <a:srgbClr val="C23B3B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4206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80160" y="411480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引入30天计划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280160" y="443484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Introduce 30-day plan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4572000"/>
            <a:ext cx="109728" cy="109728"/>
          </a:xfrm>
          <a:prstGeom prst="ellipse">
            <a:avLst/>
          </a:prstGeom>
          <a:solidFill>
            <a:srgbClr val="C23B3B"/>
          </a:solidFill>
          <a:ln/>
        </p:spPr>
      </p:sp>
      <p:sp>
        <p:nvSpPr>
          <p:cNvPr id="27" name="Shape 25"/>
          <p:cNvSpPr/>
          <p:nvPr/>
        </p:nvSpPr>
        <p:spPr>
          <a:xfrm>
            <a:off x="685800" y="4572000"/>
            <a:ext cx="109728" cy="109728"/>
          </a:xfrm>
          <a:prstGeom prst="ellipse">
            <a:avLst/>
          </a:prstGeom>
          <a:solidFill>
            <a:srgbClr val="C23B3B"/>
          </a:solidFill>
          <a:ln/>
        </p:spPr>
      </p:sp>
      <p:sp>
        <p:nvSpPr>
          <p:cNvPr id="28" name="Shape 26"/>
          <p:cNvSpPr/>
          <p:nvPr/>
        </p:nvSpPr>
        <p:spPr>
          <a:xfrm>
            <a:off x="914400" y="4572000"/>
            <a:ext cx="109728" cy="109728"/>
          </a:xfrm>
          <a:prstGeom prst="ellipse">
            <a:avLst/>
          </a:prstGeom>
          <a:solidFill>
            <a:srgbClr val="C23B3B"/>
          </a:solidFill>
          <a:ln/>
        </p:spPr>
      </p:sp>
      <p:sp>
        <p:nvSpPr>
          <p:cNvPr id="29" name="Shape 27"/>
          <p:cNvSpPr/>
          <p:nvPr/>
        </p:nvSpPr>
        <p:spPr>
          <a:xfrm>
            <a:off x="1143000" y="4572000"/>
            <a:ext cx="109728" cy="109728"/>
          </a:xfrm>
          <a:prstGeom prst="ellipse">
            <a:avLst/>
          </a:prstGeom>
          <a:solidFill>
            <a:srgbClr val="FAFAF8"/>
          </a:solidFill>
          <a:ln/>
        </p:spPr>
      </p:sp>
      <p:sp>
        <p:nvSpPr>
          <p:cNvPr id="30" name="Shape 28"/>
          <p:cNvSpPr/>
          <p:nvPr/>
        </p:nvSpPr>
        <p:spPr>
          <a:xfrm>
            <a:off x="1371600" y="4572000"/>
            <a:ext cx="109728" cy="109728"/>
          </a:xfrm>
          <a:prstGeom prst="ellipse">
            <a:avLst/>
          </a:prstGeom>
          <a:solidFill>
            <a:srgbClr val="FAFAF8"/>
          </a:solidFill>
          <a:ln/>
        </p:spPr>
      </p:sp>
      <p:sp>
        <p:nvSpPr>
          <p:cNvPr id="31" name="Shape 29"/>
          <p:cNvSpPr/>
          <p:nvPr/>
        </p:nvSpPr>
        <p:spPr>
          <a:xfrm>
            <a:off x="1600200" y="4517136"/>
            <a:ext cx="457200" cy="219456"/>
          </a:xfrm>
          <a:prstGeom prst="rightArrow">
            <a:avLst/>
          </a:prstGeom>
          <a:solidFill>
            <a:srgbClr val="718096"/>
          </a:solidFill>
          <a:ln/>
        </p:spPr>
      </p:sp>
      <p:sp>
        <p:nvSpPr>
          <p:cNvPr id="32" name="Shape 3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23B3B"/>
          </a:solidFill>
          <a:ln/>
        </p:spPr>
      </p:sp>
      <p:sp>
        <p:nvSpPr>
          <p:cNvPr id="33" name="Text 3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2026-07-22T11:49:47Z</dcterms:created>
  <dcterms:modified xsi:type="dcterms:W3CDTF">2026-07-22T11:49:47Z</dcterms:modified>
</cp:coreProperties>
</file>