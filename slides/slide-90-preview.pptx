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C类决策：深入案例分析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信息有限、时间紧迫情况下的快速决策模式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20040" cy="32004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案例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6868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考生小明：分数边缘、志愿纠结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856232"/>
            <a:ext cx="109728" cy="109728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17830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分数刚过一本线5分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221992"/>
            <a:ext cx="109728" cy="109728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148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家长希望稳、孩子想冲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587752"/>
            <a:ext cx="109728" cy="109728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25146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信息渠道有限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754880" y="1234440"/>
            <a:ext cx="320040" cy="32004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16" name="Text 14"/>
          <p:cNvSpPr/>
          <p:nvPr/>
        </p:nvSpPr>
        <p:spPr>
          <a:xfrm>
            <a:off x="475488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166360" y="12344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C类决策路径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754880" y="164592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1783080"/>
            <a:ext cx="292608" cy="292608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78308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49240" y="17830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确定风险底线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2194560"/>
            <a:ext cx="292608" cy="292608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1945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49240" y="219456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找最大公约数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2606040"/>
            <a:ext cx="292608" cy="292608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26060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49240" y="260604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2424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快速验证可行性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200400"/>
            <a:ext cx="8229600" cy="914400"/>
          </a:xfrm>
          <a:prstGeom prst="roundRect">
            <a:avLst>
              <a:gd name="adj" fmla="val 8000"/>
            </a:avLst>
          </a:prstGeom>
          <a:solidFill>
            <a:srgbClr val="FFCDD2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" y="3383280"/>
            <a:ext cx="548640" cy="548640"/>
          </a:xfrm>
          <a:prstGeom prst="ellipse">
            <a:avLst/>
          </a:prstGeom>
          <a:solidFill>
            <a:srgbClr val="C62828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383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371600" y="3200400"/>
            <a:ext cx="7132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6282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在家长和孩子分歧中找到共同目标：既保底又保留可能性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42519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C62828"/>
          </a:solidFill>
          <a:ln/>
        </p:spPr>
      </p:sp>
      <p:sp>
        <p:nvSpPr>
          <p:cNvPr id="33" name="Shape 31"/>
          <p:cNvSpPr/>
          <p:nvPr/>
        </p:nvSpPr>
        <p:spPr>
          <a:xfrm>
            <a:off x="640080" y="4389120"/>
            <a:ext cx="457200" cy="457200"/>
          </a:xfrm>
          <a:prstGeom prst="ellipse">
            <a:avLst/>
          </a:prstGeom>
          <a:solidFill>
            <a:srgbClr val="EF5350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1280160" y="4251960"/>
            <a:ext cx="7223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C类决策核心：不是选最优解，而是选各方都能接受的可行解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8412480" y="4709160"/>
            <a:ext cx="548640" cy="320040"/>
          </a:xfrm>
          <a:prstGeom prst="roundRect">
            <a:avLst>
              <a:gd name="adj" fmla="val 14286"/>
            </a:avLst>
          </a:prstGeom>
          <a:solidFill>
            <a:srgbClr val="424242"/>
          </a:solidFill>
          <a:ln/>
        </p:spPr>
      </p:sp>
      <p:sp>
        <p:nvSpPr>
          <p:cNvPr id="37" name="Text 35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2026-08-06T04:27:16Z</dcterms:created>
  <dcterms:modified xsi:type="dcterms:W3CDTF">2026-08-06T04:27:16Z</dcterms:modified>
</cp:coreProperties>
</file>