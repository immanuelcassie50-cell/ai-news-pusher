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第一天的核心收获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1097280" cy="54864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28016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80160"/>
            <a:ext cx="1920240" cy="73152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508760"/>
            <a:ext cx="411480" cy="411480"/>
          </a:xfrm>
          <a:prstGeom prst="ellipse">
            <a:avLst/>
          </a:prstGeom>
          <a:solidFill>
            <a:srgbClr val="FFCDD2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08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153619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决策分级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057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AI时代HR的必备能力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14600" y="128016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14600" y="1280160"/>
            <a:ext cx="1920240" cy="73152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12" name="Shape 10"/>
          <p:cNvSpPr/>
          <p:nvPr/>
        </p:nvSpPr>
        <p:spPr>
          <a:xfrm>
            <a:off x="2651760" y="1508760"/>
            <a:ext cx="411480" cy="411480"/>
          </a:xfrm>
          <a:prstGeom prst="ellipse">
            <a:avLst/>
          </a:prstGeom>
          <a:solidFill>
            <a:srgbClr val="FFCDD2"/>
          </a:solidFill>
          <a:ln/>
        </p:spPr>
      </p:sp>
      <p:sp>
        <p:nvSpPr>
          <p:cNvPr id="13" name="Text 11"/>
          <p:cNvSpPr/>
          <p:nvPr/>
        </p:nvSpPr>
        <p:spPr>
          <a:xfrm>
            <a:off x="2651760" y="1508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154680" y="153619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三个维度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651760" y="2057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构建决策评估框架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128016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280160"/>
            <a:ext cx="1920240" cy="73152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18" name="Shape 16"/>
          <p:cNvSpPr/>
          <p:nvPr/>
        </p:nvSpPr>
        <p:spPr>
          <a:xfrm>
            <a:off x="4800600" y="1508760"/>
            <a:ext cx="411480" cy="411480"/>
          </a:xfrm>
          <a:prstGeom prst="ellipse">
            <a:avLst/>
          </a:prstGeom>
          <a:solidFill>
            <a:srgbClr val="FFCDD2"/>
          </a:solidFill>
          <a:ln/>
        </p:spPr>
      </p:sp>
      <p:sp>
        <p:nvSpPr>
          <p:cNvPr id="19" name="Text 17"/>
          <p:cNvSpPr/>
          <p:nvPr/>
        </p:nvSpPr>
        <p:spPr>
          <a:xfrm>
            <a:off x="4800600" y="1508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303520" y="153619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四象限分类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00600" y="2057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明确人机分工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12280" y="128016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12280" y="1280160"/>
            <a:ext cx="1920240" cy="73152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24" name="Shape 22"/>
          <p:cNvSpPr/>
          <p:nvPr/>
        </p:nvSpPr>
        <p:spPr>
          <a:xfrm>
            <a:off x="6949440" y="1508760"/>
            <a:ext cx="411480" cy="411480"/>
          </a:xfrm>
          <a:prstGeom prst="ellipse">
            <a:avLst/>
          </a:prstGeom>
          <a:solidFill>
            <a:srgbClr val="FFCDD2"/>
          </a:solidFill>
          <a:ln/>
        </p:spPr>
      </p:sp>
      <p:sp>
        <p:nvSpPr>
          <p:cNvPr id="25" name="Text 23"/>
          <p:cNvSpPr/>
          <p:nvPr/>
        </p:nvSpPr>
        <p:spPr>
          <a:xfrm>
            <a:off x="6949440" y="1508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452360" y="153619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高风险决策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49440" y="2057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必须人类扛责任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2926080"/>
            <a:ext cx="8412480" cy="640080"/>
          </a:xfrm>
          <a:prstGeom prst="roundRect">
            <a:avLst>
              <a:gd name="adj" fmla="val 8571"/>
            </a:avLst>
          </a:prstGeom>
          <a:solidFill>
            <a:srgbClr val="FFCDD2">
              <a:alpha val="5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29260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人机协作的核心：让AI处理复杂度，让人类保留判断力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48640" y="3794760"/>
            <a:ext cx="320040" cy="73152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31" name="Shape 29"/>
          <p:cNvSpPr/>
          <p:nvPr/>
        </p:nvSpPr>
        <p:spPr>
          <a:xfrm>
            <a:off x="594360" y="3931920"/>
            <a:ext cx="228600" cy="73152"/>
          </a:xfrm>
          <a:prstGeom prst="rect">
            <a:avLst/>
          </a:prstGeom>
          <a:solidFill>
            <a:srgbClr val="424242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43891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决策分级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651760" y="3794760"/>
            <a:ext cx="73152" cy="365760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34" name="Shape 32"/>
          <p:cNvSpPr/>
          <p:nvPr/>
        </p:nvSpPr>
        <p:spPr>
          <a:xfrm>
            <a:off x="2770632" y="3886200"/>
            <a:ext cx="73152" cy="27432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5" name="Shape 33"/>
          <p:cNvSpPr/>
          <p:nvPr/>
        </p:nvSpPr>
        <p:spPr>
          <a:xfrm>
            <a:off x="2889504" y="3977640"/>
            <a:ext cx="73152" cy="182880"/>
          </a:xfrm>
          <a:prstGeom prst="rect">
            <a:avLst/>
          </a:prstGeom>
          <a:solidFill>
            <a:srgbClr val="424242"/>
          </a:solidFill>
          <a:ln/>
        </p:spPr>
      </p:sp>
      <p:sp>
        <p:nvSpPr>
          <p:cNvPr id="36" name="Text 34"/>
          <p:cNvSpPr/>
          <p:nvPr/>
        </p:nvSpPr>
        <p:spPr>
          <a:xfrm>
            <a:off x="2514600" y="43891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三维评估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00600" y="3794760"/>
            <a:ext cx="164592" cy="164592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38" name="Shape 36"/>
          <p:cNvSpPr/>
          <p:nvPr/>
        </p:nvSpPr>
        <p:spPr>
          <a:xfrm>
            <a:off x="4983480" y="3794760"/>
            <a:ext cx="164592" cy="164592"/>
          </a:xfrm>
          <a:prstGeom prst="rect">
            <a:avLst/>
          </a:prstGeom>
          <a:solidFill>
            <a:srgbClr val="FFCDD2"/>
          </a:solidFill>
          <a:ln/>
        </p:spPr>
      </p:sp>
      <p:sp>
        <p:nvSpPr>
          <p:cNvPr id="39" name="Shape 37"/>
          <p:cNvSpPr/>
          <p:nvPr/>
        </p:nvSpPr>
        <p:spPr>
          <a:xfrm>
            <a:off x="4800600" y="3977640"/>
            <a:ext cx="164592" cy="164592"/>
          </a:xfrm>
          <a:prstGeom prst="rect">
            <a:avLst/>
          </a:prstGeom>
          <a:solidFill>
            <a:srgbClr val="FFCDD2"/>
          </a:solidFill>
          <a:ln/>
        </p:spPr>
      </p:sp>
      <p:sp>
        <p:nvSpPr>
          <p:cNvPr id="40" name="Shape 38"/>
          <p:cNvSpPr/>
          <p:nvPr/>
        </p:nvSpPr>
        <p:spPr>
          <a:xfrm>
            <a:off x="4983480" y="3977640"/>
            <a:ext cx="164592" cy="164592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41" name="Text 39"/>
          <p:cNvSpPr/>
          <p:nvPr/>
        </p:nvSpPr>
        <p:spPr>
          <a:xfrm>
            <a:off x="4663440" y="43891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四象限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995160" y="3840480"/>
            <a:ext cx="320040" cy="320040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43" name="Text 41"/>
          <p:cNvSpPr/>
          <p:nvPr/>
        </p:nvSpPr>
        <p:spPr>
          <a:xfrm>
            <a:off x="6995160" y="3840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812280" y="43891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人类责任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46" name="Text 4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2026-08-05T19:41:30Z</dcterms:created>
  <dcterms:modified xsi:type="dcterms:W3CDTF">2026-08-05T19:41:30Z</dcterms:modified>
</cp:coreProperties>
</file>