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"/>
            <a:ext cx="9144000" cy="64008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实操练习：小组讨论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371600" y="1371600"/>
            <a:ext cx="1371600" cy="1371600"/>
          </a:xfrm>
          <a:prstGeom prst="ellipse">
            <a:avLst/>
          </a:prstGeom>
          <a:solidFill>
            <a:srgbClr val="EF5350">
              <a:alpha val="80000"/>
            </a:srgbClr>
          </a:solidFill>
          <a:ln w="25400">
            <a:solidFill>
              <a:srgbClr val="EF53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83080" y="1691640"/>
            <a:ext cx="548640" cy="54864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53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886200" y="1371600"/>
            <a:ext cx="1371600" cy="1371600"/>
          </a:xfrm>
          <a:prstGeom prst="ellipse">
            <a:avLst/>
          </a:prstGeom>
          <a:solidFill>
            <a:srgbClr val="424242">
              <a:alpha val="80000"/>
            </a:srgbClr>
          </a:solidFill>
          <a:ln w="25400">
            <a:solidFill>
              <a:srgbClr val="42424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1691640"/>
            <a:ext cx="548640" cy="548640"/>
          </a:xfrm>
          <a:prstGeom prst="ellipse">
            <a:avLst/>
          </a:prstGeom>
          <a:solidFill>
            <a:srgbClr val="424242"/>
          </a:solidFill>
          <a:ln/>
        </p:spPr>
      </p:sp>
      <p:sp>
        <p:nvSpPr>
          <p:cNvPr id="10" name="Text 8"/>
          <p:cNvSpPr/>
          <p:nvPr/>
        </p:nvSpPr>
        <p:spPr>
          <a:xfrm>
            <a:off x="3886200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B组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1371600"/>
            <a:ext cx="1371600" cy="1371600"/>
          </a:xfrm>
          <a:prstGeom prst="ellipse">
            <a:avLst/>
          </a:prstGeom>
          <a:solidFill>
            <a:srgbClr val="C62828">
              <a:alpha val="80000"/>
            </a:srgbClr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12280" y="1691640"/>
            <a:ext cx="548640" cy="54864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C组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8229600" cy="1463040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2926080"/>
            <a:ext cx="73152" cy="146304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017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F53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讨论议题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33832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结合本章内容，思考：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在你所在的领域，AI已经接管了哪些工作？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你应该如何构建自己的不可替代性？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498080" y="4526280"/>
            <a:ext cx="411480" cy="41148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0" y="4526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10'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0" y="4572000"/>
            <a:ext cx="457200" cy="457200"/>
          </a:xfrm>
          <a:prstGeom prst="ellipse">
            <a:avLst/>
          </a:prstGeom>
          <a:solidFill>
            <a:srgbClr val="424242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2026-08-06T03:24:32Z</dcterms:created>
  <dcterms:modified xsi:type="dcterms:W3CDTF">2026-08-06T03:24:32Z</dcterms:modified>
</cp:coreProperties>
</file>