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EF53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2286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0720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倒推规划从十年后往回算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AI与人的分工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1097280"/>
            <a:ext cx="265176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模块二：协作与沟通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1572768"/>
            <a:ext cx="91440" cy="914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1984248"/>
            <a:ext cx="91440" cy="914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395728"/>
            <a:ext cx="91440" cy="914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353872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807208"/>
            <a:ext cx="91440" cy="914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冲突处理让两边都被听见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1097280"/>
            <a:ext cx="2651760" cy="22860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1572768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替人做决定是最大的风险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984248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2395728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AI时代判断力更值钱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807208"/>
            <a:ext cx="91440" cy="914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45" name="Text 43"/>
          <p:cNvSpPr/>
          <p:nvPr/>
        </p:nvSpPr>
        <p:spPr>
          <a:xfrm>
            <a:off x="632764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从"算得对"到"看得准"是道坎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4709160"/>
            <a:ext cx="457200" cy="3200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2026-08-06T03:19:11Z</dcterms:created>
  <dcterms:modified xsi:type="dcterms:W3CDTF">2026-08-06T03:19:11Z</dcterms:modified>
</cp:coreProperties>
</file>