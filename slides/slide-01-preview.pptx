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4A4E69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731520"/>
            <a:ext cx="2011680" cy="2011680"/>
          </a:xfrm>
          <a:prstGeom prst="ellipse">
            <a:avLst/>
          </a:prstGeom>
          <a:solidFill>
            <a:srgbClr val="9A8C98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645920"/>
            <a:ext cx="73152" cy="25603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注意力管理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10分钟精华试听课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2286000" cy="457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专注力就是竞争力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2223B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方太文化研究院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2026-08-30T01:03:09Z</dcterms:created>
  <dcterms:modified xsi:type="dcterms:W3CDTF">2026-08-30T01:03:09Z</dcterms:modified>
</cp:coreProperties>
</file>