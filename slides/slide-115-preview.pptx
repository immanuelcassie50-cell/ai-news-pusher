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案例讨论：合作伙伴背叛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A365D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你发现合作伙伴一直在秘密与竞争对手合作，背着你获取额外利益。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651760"/>
            <a:ext cx="73152" cy="8686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应该有什么机制来预防这种情况发生？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合同条款？监督机制？惩罚条款？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868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现在发现了背叛，你的应对策略是什么？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直接摊牌？隐忍观察？反制报复？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背叛的代价 = 短期收益 - 长期声誉损失 - 法律后果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2026-08-26T00:36:17Z</dcterms:created>
  <dcterms:modified xsi:type="dcterms:W3CDTF">2026-08-26T00:36:17Z</dcterms:modified>
</cp:coreProperties>
</file>