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日常生活中的困境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排队时看到有人插队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忍气吞声继续排队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出声制止插队行为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192024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都不舒服：容忍破坏规则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制止引发冲突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合租公寓的水电费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24231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如实分摊账单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0440" y="278892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少报用量少交钱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154680"/>
            <a:ext cx="192024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5204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如实分摊：公平但可能多付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少报用量：被发现信任崩塌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05156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垃圾分类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小区垃圾分类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242316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认真分类投放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2788920"/>
            <a:ext cx="109728" cy="109728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随手混合投放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3154680"/>
            <a:ext cx="192024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5204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认真分类：麻烦但环保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混合投放：省事但污染环境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