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冲稳保的真正位置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640080"/>
          </a:xfrm>
          <a:prstGeom prst="rect">
            <a:avLst>
              <a:gd name="adj" fmla="val 14286"/>
            </a:avLst>
          </a:prstGeom>
          <a:solidFill>
            <a:srgbClr val="EDF2F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它是这份工作的语法，不是方法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931920" cy="914400"/>
          </a:xfrm>
          <a:prstGeom prst="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语法学得再熟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3931920" cy="914400"/>
          </a:xfrm>
          <a:prstGeom prst="rect">
            <a:avLst>
              <a:gd name="adj" fmla="val 10000"/>
            </a:avLst>
          </a:prstGeom>
          <a:solidFill>
            <a:srgbClr val="EDF2F4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9202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也写不出一篇好文章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931920" cy="914400"/>
          </a:xfrm>
          <a:prstGeom prst="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冲稳保学得再精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3931920" cy="914400"/>
          </a:xfrm>
          <a:prstGeom prst="rect">
            <a:avLst>
              <a:gd name="adj" fmla="val 10000"/>
            </a:avLst>
          </a:prstGeom>
          <a:solidFill>
            <a:srgbClr val="EDF2F4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1089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排不出"这个人该往哪走"的答案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389120"/>
            <a:ext cx="8229600" cy="548640"/>
          </a:xfrm>
          <a:prstGeom prst="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"排表从来不是难的部分，难的部分是排表之前那道题"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2026-08-02T01:21:19Z</dcterms:created>
  <dcterms:modified xsi:type="dcterms:W3CDTF">2026-08-02T01:21:19Z</dcterms:modified>
</cp:coreProperties>
</file>