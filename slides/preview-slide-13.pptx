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548640" cy="3657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320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分数是最后一个变量，不是第一个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97280"/>
            <a:ext cx="8229600" cy="1280160"/>
          </a:xfrm>
          <a:prstGeom prst="rect">
            <a:avLst>
              <a:gd name="adj" fmla="val 7143"/>
            </a:avLst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05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F23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14400" y="12801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先算分数的人，算的是能去哪；先算人的人，算的是该去哪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1645920"/>
          </a:xfrm>
          <a:prstGeom prst="rect">
            <a:avLst>
              <a:gd name="adj" fmla="val 5556"/>
            </a:avLst>
          </a:prstGeom>
          <a:solidFill>
            <a:srgbClr val="EDF2F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43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一个母亲把成绩单甩在桌上：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786384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"先看分数，看能报什么档次的学校，专业以后再说"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2026-08-02T01:21:19Z</dcterms:created>
  <dcterms:modified xsi:type="dcterms:W3CDTF">2026-08-02T01:21:19Z</dcterms:modified>
</cp:coreProperties>
</file>