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4 核心回顾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时机就是杠杆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同样的激励，时机不对效果减半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71600"/>
            <a:ext cx="91440" cy="1645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937760" y="1645920"/>
            <a:ext cx="640080" cy="640080"/>
          </a:xfrm>
          <a:prstGeom prst="ellipse">
            <a:avLst/>
          </a:prstGeom>
          <a:solidFill>
            <a:srgbClr val="8B0000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381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衰减不可逆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69280" y="2148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延迟激励的效果随时间指数下降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91440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27AE60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319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频率需设计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63040" y="3977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既要避免疲劳，也要保持及时性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320040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200400"/>
            <a:ext cx="91440" cy="1645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474720"/>
            <a:ext cx="640080" cy="640080"/>
          </a:xfrm>
          <a:prstGeom prst="ellipse">
            <a:avLst/>
          </a:prstGeom>
          <a:solidFill>
            <a:srgbClr val="8E44AD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1381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6692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AI双刃剑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39776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实时激励技术可行但需谨慎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2026-07-28T16:40:11Z</dcterms:created>
  <dcterms:modified xsi:type="dcterms:W3CDTF">2026-07-28T16:40:11Z</dcterms:modified>
</cp:coreProperties>
</file>