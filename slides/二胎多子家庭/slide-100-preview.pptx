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0" y="1691640"/>
            <a:ext cx="18288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2103120"/>
            <a:ext cx="4572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course@example.com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2971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育儿课程中心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3611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客服热线：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400-XXX-XXXX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320" y="22860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2286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育儿路上，我们与您同行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2026-08-23T12:17:46Z</dcterms:created>
  <dcterms:modified xsi:type="dcterms:W3CDTF">2026-08-23T12:17:46Z</dcterms:modified>
</cp:coreProperties>
</file>