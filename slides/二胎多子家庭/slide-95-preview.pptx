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学员案例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371600"/>
            <a:ext cx="1645920" cy="411480"/>
          </a:xfrm>
          <a:prstGeom prst="roundRect">
            <a:avLst>
              <a:gd name="adj" fmla="val 17778"/>
            </a:avLst>
          </a:prstGeom>
          <a:solidFill>
            <a:srgbClr val="EF233C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7160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560320" y="137160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3个月改变的真实故事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31520" y="1965960"/>
            <a:ext cx="7680960" cy="0"/>
          </a:xfrm>
          <a:prstGeom prst="line">
            <a:avLst/>
          </a:prstGeom>
          <a:noFill/>
          <a:ln w="6350">
            <a:solidFill>
              <a:srgbClr val="8D99AE">
                <a:alpha val="5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2194560"/>
            <a:ext cx="1371600" cy="457200"/>
          </a:xfrm>
          <a:prstGeom prst="roundRect">
            <a:avLst>
              <a:gd name="adj" fmla="val 16000"/>
            </a:avLst>
          </a:prstGeom>
          <a:solidFill>
            <a:srgbClr val="8D99AE">
              <a:alpha val="5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1945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第1个月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286000" y="2194560"/>
            <a:ext cx="6126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开始每天安排专属时间，孩子从抵触到接受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1520" y="2971800"/>
            <a:ext cx="1371600" cy="457200"/>
          </a:xfrm>
          <a:prstGeom prst="roundRect">
            <a:avLst>
              <a:gd name="adj" fmla="val 16000"/>
            </a:avLst>
          </a:prstGeom>
          <a:solidFill>
            <a:srgbClr val="8D99AE">
              <a:alpha val="5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9718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第2个月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286000" y="2971800"/>
            <a:ext cx="6126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觉察到比较语言的危害，主动停止并记录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31520" y="3749040"/>
            <a:ext cx="1371600" cy="457200"/>
          </a:xfrm>
          <a:prstGeom prst="roundRect">
            <a:avLst>
              <a:gd name="adj" fmla="val 16000"/>
            </a:avLst>
          </a:prstGeom>
          <a:solidFill>
            <a:srgbClr val="8D99AE">
              <a:alpha val="5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7490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第3个月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286000" y="3749040"/>
            <a:ext cx="6126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手足冲突明显减少，孩子开始互相合作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31520" y="4160520"/>
            <a:ext cx="7680960" cy="457200"/>
          </a:xfrm>
          <a:prstGeom prst="roundRect">
            <a:avLst>
              <a:gd name="adj" fmla="val 16000"/>
            </a:avLst>
          </a:prstGeom>
          <a:solidFill>
            <a:srgbClr val="C41E3A">
              <a:alpha val="1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41605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41E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结果：家庭氛围明显改善，孩子自信心提升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2026-08-23T12:17:55Z</dcterms:created>
  <dcterms:modified xsi:type="dcterms:W3CDTF">2026-08-23T12:17:55Z</dcterms:modified>
</cp:coreProperties>
</file>