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自我评估问题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你是否曾被孩子说"不公平"？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8470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兄弟姐妹发生冲突时，你通常如何处理？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68833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883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596896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你是否能叫出每个孩子的3个优点？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381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46704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你每周有多少专属陪伴时间？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87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09651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你的养育方式更偏向于"指挥官"还是"合作伙伴"？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45720" cy="320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请认真思考，每个问题都没有标准答案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2026-08-23T12:19:54Z</dcterms:created>
  <dcterms:modified xsi:type="dcterms:W3CDTF">2026-08-23T12:19:54Z</dcterms:modified>
</cp:coreProperties>
</file>