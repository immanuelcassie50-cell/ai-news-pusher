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课程目标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4630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理解公平感的本质与来源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73152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46304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463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0" y="146304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看见每个孩子的独特价值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54680"/>
            <a:ext cx="73152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4290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429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设计有效的专属时间方案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3154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154680"/>
            <a:ext cx="73152" cy="16459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937760" y="3429000"/>
            <a:ext cx="548640" cy="5486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429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69280" y="3429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掌握冲突转化的实用方法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2026-08-23T12:19:53Z</dcterms:created>
  <dcterms:modified xsi:type="dcterms:W3CDTF">2026-08-23T12:19:53Z</dcterms:modified>
</cp:coreProperties>
</file>