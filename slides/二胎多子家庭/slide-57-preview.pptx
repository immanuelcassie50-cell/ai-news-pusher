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常见错误与避免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急于评判对错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840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先倾听，再引导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384048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替孩子做决定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3840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邀请孩子参与解决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384048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忽略情绪，只讲道理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840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先回应情绪，再谈事情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63240"/>
            <a:ext cx="384048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一次没效果就放弃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3840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反复练习，保持耐心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2026-08-23T12:17:52Z</dcterms:created>
  <dcterms:modified xsi:type="dcterms:W3CDTF">2026-08-23T12:17:52Z</dcterms:modified>
</cp:coreProperties>
</file>