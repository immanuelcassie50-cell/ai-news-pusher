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STEA检查清单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06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12471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我是否先暂停，没有立即介入评判？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45336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453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56362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490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我是否观察到了孩子此刻的情绪？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00253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92938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我是否用语言命名了孩子的情绪？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244144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36829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我是否尝试找到情绪背后的需求？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862072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62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288036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28072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我是否提问而非质问？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300984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00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331927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我是否邀请孩子一起想解决方案？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39896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375818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36850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我是否记录了所有可能的方案？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178808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178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419709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25880" y="41239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我们是否明确约定了各自要做什么？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463600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5880" y="456285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我们是否约好了检查的时间？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2026-08-23T12:17:52Z</dcterms:created>
  <dcterms:modified xsi:type="dcterms:W3CDTF">2026-08-23T12:17:52Z</dcterms:modified>
</cp:coreProperties>
</file>