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理解公平感的本质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94960" y="14630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463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40分钟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57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看见差异的价值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94960" y="21488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148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设计专属时间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94960" y="28346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2834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50分钟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冲突转化四步法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94960" y="35204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55分钟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语言重塑系统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94960" y="42062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4206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8D99A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2026-08-23T12:19:53Z</dcterms:created>
  <dcterms:modified xsi:type="dcterms:W3CDTF">2026-08-23T12:19:53Z</dcterms:modified>
</cp:coreProperties>
</file>