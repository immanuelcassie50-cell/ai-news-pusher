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模块三核心要点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99032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99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专属时间=被看见的感觉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267712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67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质量&gt;数量，全身心的10分钟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136392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孩子主导，父母配合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005072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8862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障碍只是需要解决的问题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1828800" cy="27432"/>
          </a:xfrm>
          <a:prstGeom prst="rect">
            <a:avLst/>
          </a:prstGeom>
          <a:solidFill>
            <a:srgbClr val="EF233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2026-08-23T12:17:50Z</dcterms:created>
  <dcterms:modified xsi:type="dcterms:W3CDTF">2026-08-23T12:17:50Z</dcterms:modified>
</cp:coreProperties>
</file>