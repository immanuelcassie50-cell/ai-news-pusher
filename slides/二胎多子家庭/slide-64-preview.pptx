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模块四核心要点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0233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325880"/>
            <a:ext cx="594360" cy="594360"/>
          </a:xfrm>
          <a:prstGeom prst="roundRect">
            <a:avLst>
              <a:gd name="adj" fmla="val 15385"/>
            </a:avLst>
          </a:prstGeom>
          <a:solidFill>
            <a:srgbClr val="EF233C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258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71600" y="13716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冲突是成长的机会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兄弟姐妹争吵是学习社交技能的机会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40233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937760" y="1325880"/>
            <a:ext cx="594360" cy="594360"/>
          </a:xfrm>
          <a:prstGeom prst="roundRect">
            <a:avLst>
              <a:gd name="adj" fmla="val 15385"/>
            </a:avLst>
          </a:prstGeom>
          <a:solidFill>
            <a:srgbClr val="EF233C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3258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669280" y="13716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STEA四步法结构清晰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937760" y="201168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停止→同理→探索→行动，有章可循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2880360"/>
            <a:ext cx="40233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" y="3108960"/>
            <a:ext cx="594360" cy="594360"/>
          </a:xfrm>
          <a:prstGeom prst="roundRect">
            <a:avLst>
              <a:gd name="adj" fmla="val 15385"/>
            </a:avLst>
          </a:prstGeom>
          <a:solidFill>
            <a:srgbClr val="EF233C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1089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371600" y="31546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先处理情绪，再处理问题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0080" y="379476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情绪平复后，问题更容易解决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54880" y="2880360"/>
            <a:ext cx="40233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937760" y="3108960"/>
            <a:ext cx="594360" cy="594360"/>
          </a:xfrm>
          <a:prstGeom prst="roundRect">
            <a:avLst>
              <a:gd name="adj" fmla="val 15385"/>
            </a:avLst>
          </a:prstGeom>
          <a:solidFill>
            <a:srgbClr val="EF233C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31089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669280" y="31546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孩子参与解决方案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937760" y="379476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让他们参与制定规则，更愿意遵守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4754880"/>
            <a:ext cx="8229600" cy="27432"/>
          </a:xfrm>
          <a:prstGeom prst="rect">
            <a:avLst/>
          </a:prstGeom>
          <a:solidFill>
            <a:srgbClr val="C41E3A">
              <a:alpha val="70000"/>
            </a:srgbClr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2026-08-23T12:24:30Z</dcterms:created>
  <dcterms:modified xsi:type="dcterms:W3CDTF">2026-08-23T12:24:30Z</dcterms:modified>
</cp:coreProperties>
</file>