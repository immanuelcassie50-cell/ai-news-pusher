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练习STEA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第15-21天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用四步法处理手足冲突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记录处理过程和结果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小贴士：STEA四步法 — 停止、思考、共情、行动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