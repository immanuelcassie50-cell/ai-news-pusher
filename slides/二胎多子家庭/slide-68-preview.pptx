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比较性语言的伤害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伤害自尊心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被比较的孩子感到自己不够好，产生自我怀疑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破坏手足感情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兄弟姐妹间产生怨恨、嫉妒等负面情绪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73152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孩子学会比较他人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孩子长大后也会用同样的方式评价他人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697480"/>
            <a:ext cx="73152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108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降低自信和动力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"你怎么不如XX"让孩子失去前进的动力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