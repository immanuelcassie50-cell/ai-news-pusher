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竞争vs合作框架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0" y="2286000"/>
            <a:ext cx="914400" cy="9144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4747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3474720" cy="5486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竞争框架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你输我赢的思维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"你要超过他"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"你怎么不如别人"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比较和排名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嫉妒和怨恨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212080" y="1097280"/>
            <a:ext cx="34747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12080" y="1097280"/>
            <a:ext cx="347472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10972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合作框架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94960" y="1783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共赢的思维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94960" y="2286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"我们一起"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94960" y="2788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"你能帮帮他吗"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94960" y="3291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互相支持和鼓励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94960" y="3794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团队荣誉感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2026-08-23T12:24:32Z</dcterms:created>
  <dcterms:modified xsi:type="dcterms:W3CDTF">2026-08-23T12:24:32Z</dcterms:modified>
</cp:coreProperties>
</file>