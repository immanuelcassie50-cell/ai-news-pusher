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常见挑战自检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总是被拿来比较的孩子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118872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争抢玩具和父母注意力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5661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年龄大的被要求"让着"小的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56616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306324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秘密被妹妹/弟弟告诉父母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