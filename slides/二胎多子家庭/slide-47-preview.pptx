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冲突的双重性质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840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3840480" cy="54864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6" name="Shape 4"/>
          <p:cNvSpPr/>
          <p:nvPr/>
        </p:nvSpPr>
        <p:spPr>
          <a:xfrm>
            <a:off x="2011680" y="1554480"/>
            <a:ext cx="731520" cy="731520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7" name="Text 5"/>
          <p:cNvSpPr/>
          <p:nvPr/>
        </p:nvSpPr>
        <p:spPr>
          <a:xfrm>
            <a:off x="2011680" y="1554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破坏性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88720" y="30175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伤害感情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33375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破坏关系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846320" y="1188720"/>
            <a:ext cx="3840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188720"/>
            <a:ext cx="384048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0" y="1554480"/>
            <a:ext cx="731520" cy="7315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554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846320" y="24688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建设性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577840" y="30175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学习协商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577840" y="33375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理解差异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1148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父母的介入方式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926080" y="41148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决定冲突走向破坏性还是建设性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2026-08-23T12:17:51Z</dcterms:created>
  <dcterms:modified xsi:type="dcterms:W3CDTF">2026-08-23T12:17:51Z</dcterms:modified>
</cp:coreProperties>
</file>