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模块五核心要点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371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比较性语言伤害孩子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看似"激励"，实则伤害自尊，挑起竞争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3258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69280" y="1371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描述性语言替代评判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20116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描述具体行为，表达信任和支持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10896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08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154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合作框架促进关系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3794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用"我们"代替"你/他"，培养团队精神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288036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310896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108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69280" y="3154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语言公约全家遵守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37760" y="3794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全家参与制定，共同监督执行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754880"/>
            <a:ext cx="8229600" cy="27432"/>
          </a:xfrm>
          <a:prstGeom prst="rect">
            <a:avLst/>
          </a:prstGeom>
          <a:solidFill>
            <a:srgbClr val="C41E3A">
              <a:alpha val="7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2026-08-23T12:24:44Z</dcterms:created>
  <dcterms:modified xsi:type="dcterms:W3CDTF">2026-08-23T12:24:44Z</dcterms:modified>
</cp:coreProperties>
</file>