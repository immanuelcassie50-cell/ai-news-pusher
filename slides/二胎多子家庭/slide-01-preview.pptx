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3657600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二胎/多子家庭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公平感与手足关系经营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构建和谐家庭关系，养育幸福手足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228600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面向已有或正在考虑二胎/多子家庭的父母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5262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526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5小时精华课程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371600"/>
            <a:ext cx="1097280" cy="1097280"/>
          </a:xfrm>
          <a:prstGeom prst="ellipse">
            <a:avLst/>
          </a:prstGeom>
          <a:solidFill>
            <a:srgbClr val="C41E3A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2743200"/>
            <a:ext cx="731520" cy="731520"/>
          </a:xfrm>
          <a:prstGeom prst="ellipse">
            <a:avLst/>
          </a:prstGeom>
          <a:solidFill>
            <a:srgbClr val="EF233C">
              <a:alpha val="7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2026-08-23T12:19:53Z</dcterms:created>
  <dcterms:modified xsi:type="dcterms:W3CDTF">2026-08-23T12:19:53Z</dcterms:modified>
</cp:coreProperties>
</file>