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设计示例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小明（5岁）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每周3次，每次25分钟"游戏时间"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280160"/>
            <a:ext cx="26517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18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小华（10岁）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每周2次，公园骑行+聊天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280160"/>
            <a:ext cx="26517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36092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小美（14岁）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每周1次，咖啡厅聊天60分钟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45720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根据孩子年龄和兴趣，灵活调整形式与时长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2026-08-23T12:17:50Z</dcterms:created>
  <dcterms:modified xsi:type="dcterms:W3CDTF">2026-08-23T12:17:50Z</dcterms:modified>
</cp:coreProperties>
</file>