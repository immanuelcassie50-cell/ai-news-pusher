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017520" y="1097280"/>
            <a:ext cx="36576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188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看见差异的价值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918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每个孩子都是独特的星辰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EF233C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模块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