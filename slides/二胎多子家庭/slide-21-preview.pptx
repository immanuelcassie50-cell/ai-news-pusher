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模块一核心要点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公平感≠平均，是被看见的感觉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73152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冰山模型帮助理解行为背后的需求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73152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四维信号提醒我们及时调整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73152" cy="7315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8862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父母的觉察是改变的开始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1828800" cy="27432"/>
          </a:xfrm>
          <a:prstGeom prst="rect">
            <a:avLst/>
          </a:prstGeom>
          <a:solidFill>
            <a:srgbClr val="8D99A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2026-08-23T12:17:47Z</dcterms:created>
  <dcterms:modified xsi:type="dcterms:W3CDTF">2026-08-23T12:17:47Z</dcterms:modified>
</cp:coreProperties>
</file>