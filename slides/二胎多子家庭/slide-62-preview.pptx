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练习：用STEA处理冲突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280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场景练习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两个孩子为谁先玩iPad争吵起来，大宝说："我先拿到的！"二宝哭喊："每次都是哥哥先玩！"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请用STEA框架思考，你会如何处理？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310896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我会先说...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29260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310896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8892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我会说...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310896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98348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我会问...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40880" y="29260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310896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17804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7804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我们会一起决定...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2026-08-23T12:24:30Z</dcterms:created>
  <dcterms:modified xsi:type="dcterms:W3CDTF">2026-08-23T12:24:30Z</dcterms:modified>
</cp:coreProperties>
</file>