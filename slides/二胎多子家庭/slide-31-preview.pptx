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练习：匹配发展需求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005840"/>
          </a:xfrm>
          <a:prstGeom prst="rect">
            <a:avLst>
              <a:gd name="adj" fmla="val 9091"/>
            </a:avLst>
          </a:prstGeom>
          <a:solidFill>
            <a:srgbClr val="C41E3A">
              <a:alpha val="8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你家有两个孩子：5岁的姐姐和10岁的哥哥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任务：为每个孩子设计专属时间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611880"/>
            <a:ext cx="38862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5岁姐姐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发展需求：自主性发展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361188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3611880"/>
            <a:ext cx="38862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611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10岁哥哥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4114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发展需求：勤奋感培养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