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STEA冲突转化四步法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看见情绪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24328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097280"/>
            <a:ext cx="19202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3172968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172968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24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24328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翻译需求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91456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1097280"/>
            <a:ext cx="19202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340096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34009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9145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91456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探索方案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58584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58584" y="1097280"/>
            <a:ext cx="19202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7507224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7507224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58584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8584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达成协议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27432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