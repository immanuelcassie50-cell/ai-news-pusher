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模块二核心要点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差异化满足，而非平均分配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48840"/>
            <a:ext cx="73152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14884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出生顺序影响但不是决定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73152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01752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年龄差影响关系模式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73152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88620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发展需求是设计的基础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1828800" cy="27432"/>
          </a:xfrm>
          <a:prstGeom prst="rect">
            <a:avLst/>
          </a:prstGeom>
          <a:solidFill>
            <a:srgbClr val="8D99A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2026-08-23T12:17:49Z</dcterms:created>
  <dcterms:modified xsi:type="dcterms:W3CDTF">2026-08-23T12:17:49Z</dcterms:modified>
</cp:coreProperties>
</file>