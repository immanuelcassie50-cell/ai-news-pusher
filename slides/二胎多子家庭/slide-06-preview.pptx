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你是哪种家庭类型？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正在考虑生育二胎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280160"/>
            <a:ext cx="26517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61188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已有二胎，处于适应期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280160"/>
            <a:ext cx="26517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多子家庭，面临日常挑战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2026-08-23T12:19:54Z</dcterms:created>
  <dcterms:modified xsi:type="dcterms:W3CDTF">2026-08-23T12:19:54Z</dcterms:modified>
</cp:coreProperties>
</file>