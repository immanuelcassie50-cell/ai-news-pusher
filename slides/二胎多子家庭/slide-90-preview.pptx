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推荐资源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737360"/>
            <a:ext cx="914400" cy="9144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🎧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17320" y="283464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正面管教系列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28016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737360"/>
            <a:ext cx="914400" cy="9144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297680" y="283464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儿童发展心理学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28016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737360"/>
            <a:ext cx="914400" cy="914400"/>
          </a:xfrm>
          <a:prstGeom prst="ellipse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👨‍👩‍👧‍👦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7178040" y="283464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多子家庭互助群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2026-08-23T12:17:55Z</dcterms:created>
  <dcterms:modified xsi:type="dcterms:W3CDTF">2026-08-23T12:17:55Z</dcterms:modified>
</cp:coreProperties>
</file>