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不同年龄的专属时间形式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0-3岁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25856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肌肤接触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8152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游戏互动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90448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绘本共读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17520" y="1280160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3-6岁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834640" y="201168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225856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283464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308152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834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绘本共读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34640" y="365760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0" y="390448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657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手工创作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0" y="1280160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6-12岁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120640" y="201168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225856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运动陪伴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20640" y="283464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5212080" y="308152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2834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兴趣探索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20640" y="365760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5212080" y="390448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3657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共同完成任务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315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1280160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12801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12-18岁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406640" y="201168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7498080" y="225856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2011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406640" y="283464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7" name="Shape 45"/>
          <p:cNvSpPr/>
          <p:nvPr/>
        </p:nvSpPr>
        <p:spPr>
          <a:xfrm>
            <a:off x="7498080" y="308152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0" y="28346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咖啡厅闲聊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06640" y="3657600"/>
            <a:ext cx="187452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Shape 48"/>
          <p:cNvSpPr/>
          <p:nvPr/>
        </p:nvSpPr>
        <p:spPr>
          <a:xfrm>
            <a:off x="7498080" y="3904488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36576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外出散步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2026-08-23T12:17:49Z</dcterms:created>
  <dcterms:modified xsi:type="dcterms:W3CDTF">2026-08-23T12:17:49Z</dcterms:modified>
</cp:coreProperties>
</file>