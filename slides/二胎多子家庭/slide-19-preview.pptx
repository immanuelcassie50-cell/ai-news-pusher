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练习：识别冰山层级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F233C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哥哥抱怨"你总是帮妹妹不帮我"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请识别这句话背后的冰山层级：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冰山之上 - 行为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观察到的具体行为是什么？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9260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429000" y="3017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冰山之中 - 情绪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3337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孩子可能在感受什么？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9260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00800" y="3017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冰山之下 - 需求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337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孩子真正需要的是什么？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45720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提示：先自己思考，再翻到下一页看参考答案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2026-08-23T12:19:55Z</dcterms:created>
  <dcterms:modified xsi:type="dcterms:W3CDTF">2026-08-23T12:19:55Z</dcterms:modified>
</cp:coreProperties>
</file>