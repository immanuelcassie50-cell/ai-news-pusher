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特殊情况处理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6187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双职工家庭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10972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0" y="10972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早起或睡前时间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17627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0116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二宝还小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0116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14800" y="20116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婴儿背带里的一对一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09067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2926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青春期孩子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66160" y="29260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14800" y="29260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用"顺便"替代"专门"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00507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38404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外出务工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566160" y="38404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114800" y="38404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视频专属时间也算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2026-08-23T12:17:50Z</dcterms:created>
  <dcterms:modified xsi:type="dcterms:W3CDTF">2026-08-23T12:17:50Z</dcterms:modified>
</cp:coreProperties>
</file>