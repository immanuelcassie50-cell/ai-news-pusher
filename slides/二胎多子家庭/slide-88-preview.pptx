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30天记录表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37160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0" y="1097280"/>
            <a:ext cx="182880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1097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0" y="1097280"/>
            <a:ext cx="274320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1097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实践内容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1097280"/>
            <a:ext cx="228600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097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观察与反思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155448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0" y="155448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1554480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554480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011680"/>
            <a:ext cx="1371600" cy="457200"/>
          </a:xfrm>
          <a:prstGeom prst="rect">
            <a:avLst/>
          </a:prstGeom>
          <a:solidFill>
            <a:srgbClr val="8D99AE">
              <a:alpha val="50000"/>
            </a:srgbClr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0" y="2011680"/>
            <a:ext cx="1828800" cy="457200"/>
          </a:xfrm>
          <a:prstGeom prst="rect">
            <a:avLst/>
          </a:prstGeom>
          <a:solidFill>
            <a:srgbClr val="8D99AE">
              <a:alpha val="50000"/>
            </a:srgbClr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0" y="2011680"/>
            <a:ext cx="2743200" cy="457200"/>
          </a:xfrm>
          <a:prstGeom prst="rect">
            <a:avLst/>
          </a:prstGeom>
          <a:solidFill>
            <a:srgbClr val="8D99AE">
              <a:alpha val="50000"/>
            </a:srgbClr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2011680"/>
            <a:ext cx="2286000" cy="457200"/>
          </a:xfrm>
          <a:prstGeom prst="rect">
            <a:avLst/>
          </a:prstGeom>
          <a:solidFill>
            <a:srgbClr val="8D99AE">
              <a:alpha val="50000"/>
            </a:srgbClr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46888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0" y="246888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2468880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2468880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926080"/>
            <a:ext cx="1371600" cy="457200"/>
          </a:xfrm>
          <a:prstGeom prst="rect">
            <a:avLst/>
          </a:prstGeom>
          <a:solidFill>
            <a:srgbClr val="8D99AE">
              <a:alpha val="50000"/>
            </a:srgbClr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0" y="2926080"/>
            <a:ext cx="1828800" cy="457200"/>
          </a:xfrm>
          <a:prstGeom prst="rect">
            <a:avLst/>
          </a:prstGeom>
          <a:solidFill>
            <a:srgbClr val="8D99AE">
              <a:alpha val="50000"/>
            </a:srgbClr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0" y="2926080"/>
            <a:ext cx="2743200" cy="457200"/>
          </a:xfrm>
          <a:prstGeom prst="rect">
            <a:avLst/>
          </a:prstGeom>
          <a:solidFill>
            <a:srgbClr val="8D99AE">
              <a:alpha val="50000"/>
            </a:srgbClr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2926080"/>
            <a:ext cx="2286000" cy="457200"/>
          </a:xfrm>
          <a:prstGeom prst="rect">
            <a:avLst/>
          </a:prstGeom>
          <a:solidFill>
            <a:srgbClr val="8D99AE">
              <a:alpha val="50000"/>
            </a:srgbClr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38328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0" y="338328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0" y="3383280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3383280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840480"/>
            <a:ext cx="1371600" cy="457200"/>
          </a:xfrm>
          <a:prstGeom prst="rect">
            <a:avLst/>
          </a:prstGeom>
          <a:solidFill>
            <a:srgbClr val="8D99AE">
              <a:alpha val="50000"/>
            </a:srgbClr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28800" y="3840480"/>
            <a:ext cx="1828800" cy="457200"/>
          </a:xfrm>
          <a:prstGeom prst="rect">
            <a:avLst/>
          </a:prstGeom>
          <a:solidFill>
            <a:srgbClr val="8D99AE">
              <a:alpha val="50000"/>
            </a:srgbClr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0" y="3840480"/>
            <a:ext cx="2743200" cy="457200"/>
          </a:xfrm>
          <a:prstGeom prst="rect">
            <a:avLst/>
          </a:prstGeom>
          <a:solidFill>
            <a:srgbClr val="8D99AE">
              <a:alpha val="50000"/>
            </a:srgbClr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0" y="3840480"/>
            <a:ext cx="2286000" cy="457200"/>
          </a:xfrm>
          <a:prstGeom prst="rect">
            <a:avLst/>
          </a:prstGeom>
          <a:solidFill>
            <a:srgbClr val="8D99AE">
              <a:alpha val="50000"/>
            </a:srgbClr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1645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示例：8月1日 / 小明 / 专属时间15分钟 / 孩子表现更放松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每天记录，持续观察孩子的变化与成长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2026-08-23T12:17:54Z</dcterms:created>
  <dcterms:modified xsi:type="dcterms:W3CDTF">2026-08-23T12:17:54Z</dcterms:modified>
</cp:coreProperties>
</file>