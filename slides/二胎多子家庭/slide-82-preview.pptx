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核心工具回顾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94360" y="11887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188720"/>
            <a:ext cx="3657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公平感冰山模型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26280" y="11887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188720"/>
            <a:ext cx="3657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508760"/>
            <a:ext cx="548640" cy="548640"/>
          </a:xfrm>
          <a:prstGeom prst="ellipse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5087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差异化满足三维度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27889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788920"/>
            <a:ext cx="3657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108960"/>
            <a:ext cx="548640" cy="548640"/>
          </a:xfrm>
          <a:prstGeom prst="ellipse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专属时间设计模板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526280" y="27889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26280" y="2788920"/>
            <a:ext cx="3657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Shape 19"/>
          <p:cNvSpPr/>
          <p:nvPr/>
        </p:nvSpPr>
        <p:spPr>
          <a:xfrm>
            <a:off x="4709160" y="3108960"/>
            <a:ext cx="548640" cy="548640"/>
          </a:xfrm>
          <a:prstGeom prst="ellipse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31089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STEA冲突转化法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4360" y="438912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4389120"/>
            <a:ext cx="365760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" y="4709160"/>
            <a:ext cx="548640" cy="548640"/>
          </a:xfrm>
          <a:prstGeom prst="ellipse">
            <a:avLst/>
          </a:prstGeom>
          <a:solidFill>
            <a:srgbClr val="8D99AE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508760" y="470916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家庭语言公约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2026-08-23T12:17:54Z</dcterms:created>
  <dcterms:modified xsi:type="dcterms:W3CDTF">2026-08-23T12:17:54Z</dcterms:modified>
</cp:coreProperties>
</file>