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推荐阅读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731520" cy="731520"/>
          </a:xfrm>
          <a:prstGeom prst="ellipse">
            <a:avLst/>
          </a:prstGeom>
          <a:solidFill>
            <a:srgbClr val="EF233C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00200" y="1508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正面管教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简·尼尔森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554480"/>
            <a:ext cx="731520" cy="731520"/>
          </a:xfrm>
          <a:prstGeom prst="ellipse">
            <a:avLst/>
          </a:prstGeom>
          <a:solidFill>
            <a:srgbClr val="EF233C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760720" y="1508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如何说孩子才会听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76072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阿黛尔·法伯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9260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291840"/>
            <a:ext cx="731520" cy="731520"/>
          </a:xfrm>
          <a:prstGeom prst="ellipse">
            <a:avLst/>
          </a:prstGeom>
          <a:solidFill>
            <a:srgbClr val="EF233C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00200" y="3246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Siblings Without Rivalry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0200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Elaine Mazlish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291840"/>
            <a:ext cx="731520" cy="731520"/>
          </a:xfrm>
          <a:prstGeom prst="ellipse">
            <a:avLst/>
          </a:prstGeom>
          <a:solidFill>
            <a:srgbClr val="EF233C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760720" y="3246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情感依附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760720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约翰·鲍尔比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2026-08-23T12:17:54Z</dcterms:created>
  <dcterms:modified xsi:type="dcterms:W3CDTF">2026-08-23T12:17:54Z</dcterms:modified>
</cp:coreProperties>
</file>