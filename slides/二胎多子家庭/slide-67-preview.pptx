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比较性语言陷阱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这些常见说法，你说过吗？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"你看看你哥哥多懂事"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92024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1874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"为什么你不能像妹妹一样乖"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3375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"你是哥哥，应该让着弟弟"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338328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33375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"姐姐都考95分，你呢"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EF233C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这些话看似"鼓励"，实则伤害孩子自尊，挑起兄弟姐妹间的竞争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2026-08-23T12:24:31Z</dcterms:created>
  <dcterms:modified xsi:type="dcterms:W3CDTF">2026-08-23T12:24:31Z</dcterms:modified>
</cp:coreProperties>
</file>