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好啦好啦，两个人都先停下来，妈妈看到你们都很想玩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哥哥，我知道你先拿到的，等了很久很想玩；二宝，你也觉得很委屈对不对？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你们觉得怎么做才能让两个人都有机会玩？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423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我们一起制定一个轮流规则吧，约定好后每个人都要遵守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C41E3A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47472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STEA的核心不是让孩子服从，而是</a:t>
            </a:r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引导他们参与解决方案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当孩子参与制定规则时，他们更愿意遵守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2026-08-23T12:24:30Z</dcterms:created>
  <dcterms:modified xsi:type="dcterms:W3CDTF">2026-08-23T12:24:30Z</dcterms:modified>
</cp:coreProperties>
</file>