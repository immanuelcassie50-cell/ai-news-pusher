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从冰山到行动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看到行为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不批评，不比较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先暂停，不急着评判对错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0972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回应情绪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566160" y="28346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"我能感觉到你很委屈"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说出孩子的感受，让他被理解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06640" y="1371600"/>
            <a:ext cx="640080" cy="6400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满足需求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37960" y="283464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283464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找到适合这个孩子的"被看见"方式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3566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每个孩子需要的方式可能不同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