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C41E3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EF233C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1371600" cy="1371600"/>
          </a:xfrm>
          <a:prstGeom prst="ellipse">
            <a:avLst/>
          </a:prstGeom>
          <a:solidFill>
            <a:srgbClr val="8D99AE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645920"/>
            <a:ext cx="4572000" cy="2286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茶歇时间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休息一下，10分钟后继续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0" y="3474720"/>
            <a:ext cx="1828800" cy="36576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站起来活动活动，补充水分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2026-08-23T12:24:30Z</dcterms:created>
  <dcterms:modified xsi:type="dcterms:W3CDTF">2026-08-23T12:24:30Z</dcterms:modified>
</cp:coreProperties>
</file>