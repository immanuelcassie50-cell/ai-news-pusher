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建立专属时间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第1-7天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每天为每个孩子安排专属时间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记录孩子的反应和变化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小贴士：从5-10分钟开始，逐渐延长到20-30分钟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2026-08-23T12:17:54Z</dcterms:created>
  <dcterms:modified xsi:type="dcterms:W3CDTF">2026-08-23T12:17:54Z</dcterms:modified>
</cp:coreProperties>
</file>