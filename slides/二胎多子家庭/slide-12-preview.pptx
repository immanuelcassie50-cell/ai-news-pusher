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公平感的三个层面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15544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结果公平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00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资源分配的平均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29000" y="118872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18872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34840" y="15544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6118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过程公平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118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参与机会的均等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18872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0" y="1188720"/>
            <a:ext cx="265176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Shape 16"/>
          <p:cNvSpPr/>
          <p:nvPr/>
        </p:nvSpPr>
        <p:spPr>
          <a:xfrm>
            <a:off x="7406640" y="1554480"/>
            <a:ext cx="640080" cy="64008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583680" y="246888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2D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关系公平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83680" y="3200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D99A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情感关注的平衡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2026-08-23T12:19:54Z</dcterms:created>
  <dcterms:modified xsi:type="dcterms:W3CDTF">2026-08-23T12:19:54Z</dcterms:modified>
</cp:coreProperties>
</file>