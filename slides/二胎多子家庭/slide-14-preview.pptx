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三维模型的日常应用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物质层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买玩具时考虑每个孩子的需求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分配游戏空间时公平且灵活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56616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29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食物和零食按需分配，不强行均分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097280"/>
            <a:ext cx="265176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66160" y="19202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783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单独谈话时间每个孩子都有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74320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6060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表扬具体行为，不做横向比较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56616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3429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拥抱和肢体接触因人而异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097280"/>
            <a:ext cx="265176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发展层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37960" y="19202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1783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根据兴趣选择培训班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274320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26060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学习节奏因材施教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356616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3429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未来规划尊重孩子意愿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2026-08-23T12:19:55Z</dcterms:created>
  <dcterms:modified xsi:type="dcterms:W3CDTF">2026-08-23T12:19:55Z</dcterms:modified>
</cp:coreProperties>
</file>