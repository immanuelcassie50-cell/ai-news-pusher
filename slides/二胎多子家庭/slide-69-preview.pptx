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描述性语言替代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你看看你哥哥多懂事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4572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我看到你在收拾玩具，很负责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转变的关键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描述行为，而非评价他人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关注过程，而非只看重结果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用具体事实替代主观判断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