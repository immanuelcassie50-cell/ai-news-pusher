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练习：转换语言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将下面的比较性语言转换为描述性语言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"你弟弟都比你强"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我的转换：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2194560"/>
            <a:ext cx="640080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"你怎么不学学姐姐"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我的转换：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3429000"/>
            <a:ext cx="640080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9776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"他们都能做到，你为什么不行"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5262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我的转换：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0" y="4663440"/>
            <a:ext cx="640080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663440"/>
            <a:ext cx="4572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先自己想一想，再看参考答案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2026-08-23T12:24:31Z</dcterms:created>
  <dcterms:modified xsi:type="dcterms:W3CDTF">2026-08-23T12:24:31Z</dcterms:modified>
</cp:coreProperties>
</file>