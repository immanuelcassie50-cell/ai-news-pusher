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3017520" y="1097280"/>
            <a:ext cx="36576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设计专属时间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91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让每个孩子感受到被珍视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EF233C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模块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