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- Translate 翻译需求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657600" cy="109728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冰山上层：行为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哭闹、打人、哭诉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0" y="2286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3657600" cy="1645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43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冰山下层：需求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被看见、被关注、被尊重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18872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188720"/>
            <a:ext cx="54864" cy="10058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问题常在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16916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需求未被满足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233172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2331720"/>
            <a:ext cx="54864" cy="10058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423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提问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28346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"你想要的是什么？"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347472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3474720"/>
            <a:ext cx="54864" cy="10058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566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54880" y="39776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孩子行为背后有正当需求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2026-08-23T12:17:51Z</dcterms:created>
  <dcterms:modified xsi:type="dcterms:W3CDTF">2026-08-23T12:17:51Z</dcterms:modified>
</cp:coreProperties>
</file>