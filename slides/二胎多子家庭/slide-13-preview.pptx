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公平感三维模型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3200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物质层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玩具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834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097280"/>
            <a:ext cx="91440" cy="3200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情感层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794760" y="22860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94760" y="29260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2834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94760" y="35661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097280"/>
            <a:ext cx="91440" cy="3200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发展层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766560" y="22860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66560" y="29260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2834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766560" y="35661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2026-08-23T12:19:54Z</dcterms:created>
  <dcterms:modified xsi:type="dcterms:W3CDTF">2026-08-23T12:19:54Z</dcterms:modified>
</cp:coreProperties>
</file>