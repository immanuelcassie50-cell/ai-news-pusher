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专属时间设计模板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0700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1247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11247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每周几次？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建议：每个孩子每周至少1-2次专属时间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0574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197510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19751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每次多少分钟？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31343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建议：依年龄调整，学龄前15-20分钟，学龄后30-60分钟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52344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90779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282549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86000" y="28254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家里还是户外？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16382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尝试更换场地，新鲜感让孩子更期待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02736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758184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6758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286000" y="3675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孩子选择还是父母建议？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01421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核心原则：孩子主导，父母陪伴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53128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460857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608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4526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28600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手机放一边，全心陪伴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486460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设立"无干扰时间"，建立仪式感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2026-08-23T12:17:50Z</dcterms:created>
  <dcterms:modified xsi:type="dcterms:W3CDTF">2026-08-23T12:17:50Z</dcterms:modified>
</cp:coreProperties>
</file>