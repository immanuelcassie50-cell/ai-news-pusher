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参考答案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Before: "你弟弟都比你强"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After: "我看到你在努力，这次比上次进步了3分"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Before: "你怎么不学学姐姐"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7432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After: "你也有自己的长处，比如画画时很专注"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611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Before: "他们都能做到，你为什么不行"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9776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After: "这件事对你来说有点难，我们一起想办法"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核心原则：描述具体行为，表达信任和支持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2026-08-23T12:24:31Z</dcterms:created>
  <dcterms:modified xsi:type="dcterms:W3CDTF">2026-08-23T12:24:31Z</dcterms:modified>
</cp:coreProperties>
</file>