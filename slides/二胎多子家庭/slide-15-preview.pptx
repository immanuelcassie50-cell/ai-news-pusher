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公平感冰山分析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3200400" cy="548640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冰山之上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143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行为表现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0" y="1143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争抢、哭闹、打报告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冰山之中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情绪感受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委屈、嫉妒、恐惧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冰山之下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31920" y="3520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被看见、被偏爱、安全感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3657600" cy="2743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880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水面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118872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188720"/>
            <a:ext cx="36576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201168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我们常常看到孩子表面的行为，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却忽略了行为背后的情绪和需求。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当孩子说'不公平'时，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他真正可能在说：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'我感觉被忽视了'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'我需要更多的关注'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2026-08-23T12:19:55Z</dcterms:created>
  <dcterms:modified xsi:type="dcterms:W3CDTF">2026-08-23T12:19:55Z</dcterms:modified>
</cp:coreProperties>
</file>