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茶歇时间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休息一下，10分钟后继续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1371600" cy="1371600"/>
          </a:xfrm>
          <a:prstGeom prst="ellipse">
            <a:avLst/>
          </a:prstGeom>
          <a:solidFill>
            <a:srgbClr val="C41E3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3200400"/>
            <a:ext cx="1828800" cy="1828800"/>
          </a:xfrm>
          <a:prstGeom prst="ellipse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097280"/>
            <a:ext cx="914400" cy="914400"/>
          </a:xfrm>
          <a:prstGeom prst="ellipse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B2D4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2026-08-23T12:17:49Z</dcterms:created>
  <dcterms:modified xsi:type="dcterms:W3CDTF">2026-08-23T12:17:49Z</dcterms:modified>
</cp:coreProperties>
</file>