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常见障碍与应对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时间不够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化整为零，10分钟也行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孩子不配合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32120" y="1874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让他选择时间形式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其他孩子打扰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设定"不打扰"规则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手机诱惑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物理隔离，全家约定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