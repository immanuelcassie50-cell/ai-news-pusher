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多子家庭的需求满足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057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344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核心需求: 安全感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及时回应哭泣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54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肌肤接触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86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稳定的日常作息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1051560"/>
            <a:ext cx="2057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63240" y="12344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12344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80360" y="18288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核心需求: 自主性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26080" y="256032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2423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允许选择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29184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3154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鼓励独立尝试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402336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3886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肯定努力而非结果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1051560"/>
            <a:ext cx="2057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49240" y="12344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12344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18288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核心需求: 勤奋感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212080" y="256032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2423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发现特长并培养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12080" y="329184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3154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设置可达成的目标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12080" y="402336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3886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避免过度比较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0" y="1051560"/>
            <a:ext cx="2057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35240" y="12344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7635240" y="12344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52360" y="18288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核心需求: 身份认同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498080" y="256032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2423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尊重隐私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98080" y="329184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0" y="3154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对话而非训话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0" y="402336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3886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支持探索自我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2026-08-23T12:17:48Z</dcterms:created>
  <dcterms:modified xsi:type="dcterms:W3CDTF">2026-08-23T12:17:48Z</dcterms:modified>
</cp:coreProperties>
</file>