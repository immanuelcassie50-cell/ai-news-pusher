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不同年龄差的养育策略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057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设置明确的"玩具归属"规则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分别的专注时间更重要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避免时刻要求分享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097280"/>
            <a:ext cx="2057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097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880360" y="18288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1783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鼓励老大参与照顾老二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27432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697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但不要强制"小老师"角色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80360" y="36576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28803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611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创造共同游戏的机会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1097280"/>
            <a:ext cx="2057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097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5岁以上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166360" y="18288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1783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尊重各自的社交圈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66360" y="27432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77840" y="2697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给老大更多独立空间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66360" y="36576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3611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老小可以向老大学习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1097280"/>
            <a:ext cx="2057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315200" y="1097280"/>
            <a:ext cx="2057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0" y="1097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同年龄组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452360" y="18288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4" name="Text 42"/>
          <p:cNvSpPr/>
          <p:nvPr/>
        </p:nvSpPr>
        <p:spPr>
          <a:xfrm>
            <a:off x="745236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63840" y="17830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建立轮换共享制度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52360" y="27432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7" name="Text 45"/>
          <p:cNvSpPr/>
          <p:nvPr/>
        </p:nvSpPr>
        <p:spPr>
          <a:xfrm>
            <a:off x="745236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63840" y="26974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每人都有专属物品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52360" y="36576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0" name="Text 48"/>
          <p:cNvSpPr/>
          <p:nvPr/>
        </p:nvSpPr>
        <p:spPr>
          <a:xfrm>
            <a:off x="74523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0" y="3611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公平的注意力分配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2026-08-23T12:17:48Z</dcterms:created>
  <dcterms:modified xsi:type="dcterms:W3CDTF">2026-08-23T12:17:48Z</dcterms:modified>
</cp:coreProperties>
</file>