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冲突转化四步法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从对抗到合作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74320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371600"/>
            <a:ext cx="2011680" cy="2743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0" y="2834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2026-08-23T12:17:50Z</dcterms:created>
  <dcterms:modified xsi:type="dcterms:W3CDTF">2026-08-23T12:17:50Z</dcterms:modified>
</cp:coreProperties>
</file>