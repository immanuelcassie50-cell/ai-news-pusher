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专属时间的三个关键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质量胜于数量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9202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46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哪怕每天只有15分钟，全心陪伴比心不在焉的一小时更有价值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188720"/>
            <a:ext cx="265176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专属而非独占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94760" y="3108960"/>
            <a:ext cx="19202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246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这是我和这个孩子的特别时光，不是把他和其他孩子隔离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188720"/>
            <a:ext cx="265176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5379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孩子主导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66560" y="3108960"/>
            <a:ext cx="19202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246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让孩子选择做什么，父母是陪伴者而非导演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