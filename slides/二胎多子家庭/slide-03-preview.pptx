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为什么这门课？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二胎/多子家庭已成为中国家庭的常态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手足关系的质量影响孩子一生的社交能力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父母的养育方式决定了家庭氛围的基调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公平感直接影响每个孩子的心理健康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743200" cy="27432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2026-08-23T12:19:53Z</dcterms:created>
  <dcterms:modified xsi:type="dcterms:W3CDTF">2026-08-23T12:19:53Z</dcterms:modified>
</cp:coreProperties>
</file>