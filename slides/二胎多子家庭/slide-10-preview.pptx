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理解公平感的本质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看见感受，看见需求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45720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2286000"/>
            <a:ext cx="1371600" cy="13716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2026-08-23T12:19:54Z</dcterms:created>
  <dcterms:modified xsi:type="dcterms:W3CDTF">2026-08-23T12:19:54Z</dcterms:modified>
</cp:coreProperties>
</file>