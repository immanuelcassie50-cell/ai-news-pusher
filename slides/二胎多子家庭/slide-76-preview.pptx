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家庭语言公约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0" y="1828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828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避免使用的语言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17320" y="192024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比较性语言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2004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"你看看你哥哥..."、"你怎么不如..."、"别人家的孩子..."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6459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92024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6616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指责性语言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32004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"都是你的错"、"你怎么总是..."、"你从来都不..."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6459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60920" y="192024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736092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3796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标签化语言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7960" y="32004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"你就是懒"、"你就是笨"、"你永远都..."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这些语言会伤害孩子自尊，破坏手足关系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2026-08-23T12:24:32Z</dcterms:created>
  <dcterms:modified xsi:type="dcterms:W3CDTF">2026-08-23T12:24:32Z</dcterms:modified>
</cp:coreProperties>
</file>