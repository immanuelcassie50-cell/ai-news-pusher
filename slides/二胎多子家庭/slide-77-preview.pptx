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家庭语言公约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0" y="182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182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推荐使用的语言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17320" y="19202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描述性语言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"我看到你..."、"我注意到你..."、"具体描述孩子的行为"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9202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5661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合作性框架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6616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"我们一起..."、"我们可以..."、"用"我们"代替"你/他""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1645920"/>
            <a:ext cx="26517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60920" y="1920240"/>
            <a:ext cx="731520" cy="73152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73609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37960" y="2743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认可感受的语言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37960" y="32004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"我能感觉到你..."、"这让你感到..."、"先同理，再引导"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这些语言帮助孩子建立自尊，促进兄弟姐妹间的合作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2026-08-23T12:24:32Z</dcterms:created>
  <dcterms:modified xsi:type="dcterms:W3CDTF">2026-08-23T12:24:32Z</dcterms:modified>
</cp:coreProperties>
</file>