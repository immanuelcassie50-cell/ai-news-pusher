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86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8620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5岁姐姐的专属时间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每周2-3次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20-30分钟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活动建议: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角色扮演、绘本共读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让她主导，给予选择权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097280"/>
            <a:ext cx="3886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097280"/>
            <a:ext cx="38862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0972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10岁哥哥的专属时间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每周1-2次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514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40-60分钟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200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活动建议: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运动陪伴、兴趣探索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肯定努力，关注过程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2026-08-23T12:17:49Z</dcterms:created>
  <dcterms:modified xsi:type="dcterms:W3CDTF">2026-08-23T12:17:49Z</dcterms:modified>
</cp:coreProperties>
</file>