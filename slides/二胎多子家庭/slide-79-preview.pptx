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练习：创建语言公约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请为你的家庭制定一条语言公约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我们不会说（避免）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3657600" cy="731520"/>
          </a:xfrm>
          <a:prstGeom prst="rect">
            <a:avLst/>
          </a:prstGeom>
          <a:solidFill>
            <a:srgbClr val="EF233C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例如："你看看你哥哥..."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我们会说（推荐）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2057400"/>
            <a:ext cx="3931920" cy="731520"/>
          </a:xfrm>
          <a:prstGeom prst="rect">
            <a:avLst/>
          </a:prstGeom>
          <a:solidFill>
            <a:srgbClr val="C41E3A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1488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例如："我看到你在..."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我的家庭语言公约：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7772400" cy="18288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749040"/>
            <a:ext cx="7772400" cy="18288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160520"/>
            <a:ext cx="7772400" cy="18288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4434840"/>
            <a:ext cx="4572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34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公约要全家认可，共同遵守才能真正有效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2026-08-23T12:24:32Z</dcterms:created>
  <dcterms:modified xsi:type="dcterms:W3CDTF">2026-08-23T12:24:32Z</dcterms:modified>
</cp:coreProperties>
</file>