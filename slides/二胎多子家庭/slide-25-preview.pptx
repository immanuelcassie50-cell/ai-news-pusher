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出生顺序的影响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责任感强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追求成就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9748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188720"/>
            <a:ext cx="19659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80360" y="2057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1920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会社交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80360" y="26517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2514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善于观察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80360" y="324612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3108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有创造力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188720"/>
            <a:ext cx="19659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中间孩子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20640" y="2057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1920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调停者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20640" y="26517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2514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适应力强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20640" y="324612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108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社交能力强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7804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78040" y="1188720"/>
            <a:ext cx="19659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独生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60920" y="2057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7635240" y="1920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60920" y="26517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7635240" y="2514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善于独处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60920" y="324612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7635240" y="3108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自我驱动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注：出生顺序理论由阿德勒提出，仅供参考。每个孩子的发展受多重因素影响。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