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See 看见情绪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不立即介入评判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孩子此刻的情绪是什么？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39319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"我看到你很生气"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54680"/>
            <a:ext cx="73152" cy="1645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383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39319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不否认孩子的感受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2026-08-23T12:17:51Z</dcterms:created>
  <dcterms:modified xsi:type="dcterms:W3CDTF">2026-08-23T12:17:51Z</dcterms:modified>
</cp:coreProperties>
</file>