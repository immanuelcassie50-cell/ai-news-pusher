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457200"/>
            <a:ext cx="2286000" cy="2286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1371600" cy="1371600"/>
          </a:xfrm>
          <a:prstGeom prst="ellipse">
            <a:avLst/>
          </a:prstGeom>
          <a:solidFill>
            <a:srgbClr val="EF233C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3716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语言重塑系统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改变语言，改变关系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2026-08-23T12:24:30Z</dcterms:created>
  <dcterms:modified xsi:type="dcterms:W3CDTF">2026-08-23T12:24:30Z</dcterms:modified>
</cp:coreProperties>
</file>