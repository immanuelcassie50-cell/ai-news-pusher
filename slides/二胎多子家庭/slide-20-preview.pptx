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参考答案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8D99AE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场景：哥哥抱怨"你总是帮妹妹不帮我"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91440" cy="9144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659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EF233C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冰山之上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行为表现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21945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哥哥大声抱怨、语气不满、指着妈妈理论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91440" cy="9144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06324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冰山之中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情绪感受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32918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委屈、嫉妒、失落、被忽视的感觉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31920"/>
            <a:ext cx="9144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1605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2B2D42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60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冰山之下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03120" y="43891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被看见、被认可、需要确认妈妈的爱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关键：回应情绪而非行为，满足需求而非平息抱怨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2026-08-23T12:19:55Z</dcterms:created>
  <dcterms:modified xsi:type="dcterms:W3CDTF">2026-08-23T12:19:55Z</dcterms:modified>
</cp:coreProperties>
</file>