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失衡信号的深层解读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过度补偿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用物质弥补陪伴的缺失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73152" cy="1463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3258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标签固化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"你是哥哥要让着"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73152" cy="1463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秘密管家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监视父母对兄弟姐妹的好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834640"/>
            <a:ext cx="73152" cy="1463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3063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6072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关系切割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0" y="3566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声称与某兄弟姐妹不相干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2026-08-23T12:19:55Z</dcterms:created>
  <dcterms:modified xsi:type="dcterms:W3CDTF">2026-08-23T12:19:55Z</dcterms:modified>
</cp:coreProperties>
</file>