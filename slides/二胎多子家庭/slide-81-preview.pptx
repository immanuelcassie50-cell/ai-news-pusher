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课程回顾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7772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188720"/>
            <a:ext cx="54864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2801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1887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理解公平感的本质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1965960"/>
            <a:ext cx="7772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965960"/>
            <a:ext cx="54864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1965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看见差异的价值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5800" y="2743200"/>
            <a:ext cx="7772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743200"/>
            <a:ext cx="54864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743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设计专属时间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85800" y="3520440"/>
            <a:ext cx="7772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520440"/>
            <a:ext cx="54864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36118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520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冲突转化四步法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5800" y="4297680"/>
            <a:ext cx="77724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297680"/>
            <a:ext cx="54864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3891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42976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语言重塑系统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2026-08-23T12:17:54Z</dcterms:created>
  <dcterms:modified xsi:type="dcterms:W3CDTF">2026-08-23T12:17:54Z</dcterms:modified>
</cp:coreProperties>
</file>