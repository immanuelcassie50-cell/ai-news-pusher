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各年龄段时间长度参考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459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0-3岁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16459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每天多次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16459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10-15分钟/次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1645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可分散在一天中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7772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231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4231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每天1-2次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2423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15-20分钟/次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24231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安排在固定时间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6-12岁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03120" y="32004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每天1次或隔天1次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3200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20-30分钟/次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3200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可与兴趣结合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776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12-18岁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03120" y="39776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每周2-3次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0" y="3977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30-60分钟/次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39776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质量比频率重要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提示：这是参考值，根据实际情况调整。关键是持续和用心，而非严格按表执行。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2026-08-23T12:17:50Z</dcterms:created>
  <dcterms:modified xsi:type="dcterms:W3CDTF">2026-08-23T12:17:50Z</dcterms:modified>
</cp:coreProperties>
</file>