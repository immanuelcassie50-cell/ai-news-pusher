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常见问题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4630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老人干预比较孩子怎么办？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2860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与老人沟通，明确教育边界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8D99AE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1089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</a:t>
            </a:r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私下沟通而非当面纠正；感谢老人的关心；提供具体替代话语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2026-08-23T12:17:55Z</dcterms:created>
  <dcterms:modified xsi:type="dcterms:W3CDTF">2026-08-23T12:17:55Z</dcterms:modified>
</cp:coreProperties>
</file>