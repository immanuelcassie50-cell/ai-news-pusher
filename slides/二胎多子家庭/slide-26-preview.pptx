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出生顺序的育儿启示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8686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173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不给过多压力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避免"你是哥哥/姐姐，应该做榜样"的心态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94560"/>
            <a:ext cx="54864" cy="8686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42316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23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不当永远的小宝宝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允许承担责任，不要总是"他还小"来替他开脱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00400"/>
            <a:ext cx="54864" cy="8686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42900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429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中间孩子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看见独特处境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1168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他既没有老大的特权，也没有老小的豁免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54864" cy="8686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443484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434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所有孩子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11680" y="4343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避免标签化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1168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不要用"你就是..."来定义孩子的性格发展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2026-08-23T12:17:48Z</dcterms:created>
  <dcterms:modified xsi:type="dcterms:W3CDTF">2026-08-23T12:17:48Z</dcterms:modified>
</cp:coreProperties>
</file>