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合作性语言示例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用"我们"开始，让每个孩子感受到团队归属感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"我们可以怎么一起玩？"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争抢玩具时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"谁来照顾玩具熊？"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23317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分配责任时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"怎么分配零食让每个人都开心？"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分享食物时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80360"/>
            <a:ext cx="73152" cy="1188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63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"我们一起想办法解决这个问题吧"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37760" y="37033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发生冲突时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C41E3A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合作性语言让孩子学会思考"我们"而非"我"，培养团队精神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2026-08-23T12:24:32Z</dcterms:created>
  <dcterms:modified xsi:type="dcterms:W3CDTF">2026-08-23T12:24:32Z</dcterms:modified>
</cp:coreProperties>
</file>