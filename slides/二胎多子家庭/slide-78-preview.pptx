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制定家庭语言公约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258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全家参与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找一个轻松的时间，全家人坐在一起讨论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600200"/>
            <a:ext cx="137160" cy="36576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3258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317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每人说出哪些话让你感到受伤，哪些话让你感到被爱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600200"/>
            <a:ext cx="137160" cy="36576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3258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共同制定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一起讨论制定"我们家的语言公约"，写下来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1600200"/>
            <a:ext cx="137160" cy="36576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0644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3258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张贴出来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9788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把公约张贴在显眼的地方，随时提醒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1600200"/>
            <a:ext cx="137160" cy="36576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13258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定期回顾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每月家庭会议回顾公约执行情况，适时调整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