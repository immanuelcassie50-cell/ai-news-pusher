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公平感失衡的4个信号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比较语言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"为什么他可以我不可以"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5120640" y="132588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0720" y="1280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退缩行为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变得特别乖或特别安静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攻击行为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故意惹怒兄弟姐妹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834640"/>
            <a:ext cx="73152" cy="1463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30632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6072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退化表现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0" y="3566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出现如厕、吸手指等幼稚行为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2026-08-23T12:19:55Z</dcterms:created>
  <dcterms:modified xsi:type="dcterms:W3CDTF">2026-08-23T12:19:55Z</dcterms:modified>
</cp:coreProperties>
</file>