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合作性框架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463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从竞争到合作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31089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不再是"你输我赢"，而是"共赢思维"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09728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463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＆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"我们"vs"你/他"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66160" y="31089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用"我们"代替"你"和"他"，增强归属感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0972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09728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1463040"/>
            <a:ext cx="822960" cy="8229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53796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共同目标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31089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设立全家共同目标，促进团队协作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2026-08-23T12:24:31Z</dcterms:created>
  <dcterms:modified xsi:type="dcterms:W3CDTF">2026-08-23T12:24:31Z</dcterms:modified>
</cp:coreProperties>
</file>