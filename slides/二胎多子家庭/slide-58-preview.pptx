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场景一：玩具争抢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场景：姐姐（7岁）和弟弟（4岁）争抢同一个玩具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看见情绪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"我看到你们都很想要这个玩具，都很着急"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翻译需求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"姐姐想要的原因是...弟弟想要的原因是..."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轮流玩？约定时间？还是找替代品？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2511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达成协议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572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石头剪刀布决定谁先玩，输的人先选另一个玩具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2026-08-23T12:17:52Z</dcterms:created>
  <dcterms:modified xsi:type="dcterms:W3CDTF">2026-08-23T12:17:52Z</dcterms:modified>
</cp:coreProperties>
</file>