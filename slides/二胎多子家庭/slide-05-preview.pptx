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你将获得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公平感三维评估模型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947672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47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差异化满足指南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33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专属时间设计模板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3319272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19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246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STEA冲突转化检查清单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4005072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05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30天行动计划表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1828800" cy="27432"/>
          </a:xfrm>
          <a:prstGeom prst="rect">
            <a:avLst/>
          </a:prstGeom>
          <a:solidFill>
            <a:srgbClr val="EF233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2026-08-23T12:19:53Z</dcterms:created>
  <dcterms:modified xsi:type="dcterms:W3CDTF">2026-08-23T12:19:53Z</dcterms:modified>
</cp:coreProperties>
</file>