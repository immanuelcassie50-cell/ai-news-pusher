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常见问题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822960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463040"/>
            <a:ext cx="548640" cy="54864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4630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463040" y="146304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工作繁忙，时间不够怎么办？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731520" y="2286000"/>
            <a:ext cx="548640" cy="54864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2860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463040" y="228600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化整为零，高质量短时陪伴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731520" y="3108960"/>
            <a:ext cx="7680960" cy="1097280"/>
          </a:xfrm>
          <a:prstGeom prst="roundRect">
            <a:avLst>
              <a:gd name="adj" fmla="val 8333"/>
            </a:avLst>
          </a:prstGeom>
          <a:solidFill>
            <a:srgbClr val="8D99AE">
              <a:alpha val="3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310896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建议：</a:t>
            </a:r>
            <a:pPr algn="l" indent="0" marL="0">
              <a:buNone/>
            </a:pPr>
            <a:r>
              <a:rPr lang="en-US" sz="14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利用碎片时间（睡前、早餐时）；质量重于数量；哪怕5分钟全心陪伴也好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2026-08-23T12:17:55Z</dcterms:created>
  <dcterms:modified xsi:type="dcterms:W3CDTF">2026-08-23T12:17:55Z</dcterms:modified>
</cp:coreProperties>
</file>