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STEA案例演示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场景：哥哥（8岁）因为妹妹（5岁）弄坏了自己的玩具而大发雷霆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01168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暂停，先不批评哥哥，观察他的情绪状态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7432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提问：你这么生气，是因为玩具被弄坏感到伤心吗？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47472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一起想解决方案：修好、买新的、或者让妹妹用别的方式补偿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434340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420624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约定：以后玩玩具前先问哥哥，妹妹要道歉并帮忙修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2026-08-23T12:17:52Z</dcterms:created>
  <dcterms:modified xsi:type="dcterms:W3CDTF">2026-08-23T12:17:52Z</dcterms:modified>
</cp:coreProperties>
</file>