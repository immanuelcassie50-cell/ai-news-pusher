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场景四：比较成绩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0058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场景描述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姐姐考了95分，父母问弟弟："你看看姐姐考了多少分，你呢？"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STEA解决方案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283464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94360" y="3566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3977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暂停比较性语言，不要急于评判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51760" y="265176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283464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788920" y="3566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88920" y="3977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理解弟弟听到这话的感受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65176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0" y="283464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983480" y="3566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83480" y="3977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询问弟弟对这次成绩的想法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40880" y="265176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0" y="283464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178040" y="3566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78040" y="3977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一起制定下次复习计划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2026-08-23T12:24:30Z</dcterms:created>
  <dcterms:modified xsi:type="dcterms:W3CDTF">2026-08-23T12:24:30Z</dcterms:modified>
</cp:coreProperties>
</file>