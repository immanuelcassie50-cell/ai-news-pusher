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更多替代示例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"为什么你不能像妹妹一样乖？"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"我看到你今天自己穿了衣服，真独立"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143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9204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"你是哥哥，应该让着弟弟"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"弟弟还不太会玩这个，我们可以一起教他"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697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"姐姐都考95分，你呢？"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429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"我看到你这次考试比上次进步了，继续加油"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606040"/>
            <a:ext cx="40233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697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"你怎么总是比不上你哥"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32461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429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"你有自己的优点，比如..."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C41E3A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提示：改变语言习惯需要时间，慢慢来，从每天一句开始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2026-08-23T12:24:31Z</dcterms:created>
  <dcterms:modified xsi:type="dcterms:W3CDTF">2026-08-23T12:24:31Z</dcterms:modified>
</cp:coreProperties>
</file>