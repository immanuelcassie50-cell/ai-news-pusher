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互动练习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练习：设计专属时间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为你的每个孩子设计专属时间方案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377440"/>
            <a:ext cx="265176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在哪里？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237744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2377440"/>
            <a:ext cx="265176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03320" y="3246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03320" y="3657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在哪里？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03320" y="4069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237744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2377440"/>
            <a:ext cx="265176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75120" y="3246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3657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在哪里？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4069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做什么？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2026-08-23T12:17:50Z</dcterms:created>
  <dcterms:modified xsi:type="dcterms:W3CDTF">2026-08-23T12:17:50Z</dcterms:modified>
</cp:coreProperties>
</file>