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案例：续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0" y="1828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STEA案例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9728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场景：兄妹和好后的跟进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920240"/>
            <a:ext cx="54864" cy="64008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9202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第二天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560320" y="1920240"/>
            <a:ext cx="5943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妹妹主动帮忙修玩具，哥哥接受了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670048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670048"/>
            <a:ext cx="54864" cy="64008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670048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一周后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560320" y="2670048"/>
            <a:ext cx="5943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妈妈问哥哥：妹妹玩你玩具前需要先说什么？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419856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419856"/>
            <a:ext cx="54864" cy="64008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419856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哥哥的回答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560320" y="3419856"/>
            <a:ext cx="5943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"要说'哥哥我可以玩吗'，她说了我一般都会同意"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4169664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4169664"/>
            <a:ext cx="54864" cy="64008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4169664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关键洞察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560320" y="4169664"/>
            <a:ext cx="5943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孩子自己发展出了规则，比父母强加的更有效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2026-08-23T12:17:52Z</dcterms:created>
  <dcterms:modified xsi:type="dcterms:W3CDTF">2026-08-23T12:17:52Z</dcterms:modified>
</cp:coreProperties>
</file>