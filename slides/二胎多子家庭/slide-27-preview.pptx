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年龄差距的影响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玩伴型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冲突多，但互动频繁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188720"/>
            <a:ext cx="19659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63240" y="1965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关系好，老大能帮助老小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188720"/>
            <a:ext cx="196596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5岁以上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1965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照顾型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4920" y="26060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可能有代沟，但老大能承担部分照顾责任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188720"/>
            <a:ext cx="19659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同年龄组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543800" y="1965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26060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冲突激烈，同龄段资源竞争明显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