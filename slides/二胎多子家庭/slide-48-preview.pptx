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冲突的类型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资源竞争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争玩具、争关注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边界侵犯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进入房间、碰东西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关系争夺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谁是妈妈的最爱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能力比较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谁跑得快、谁学习好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