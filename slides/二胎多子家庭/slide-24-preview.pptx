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差异化的三个维度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性格差异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内向 vs 外向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228600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有的孩子需要更多独处时间，有的孩子需要更多社交互动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18872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婴儿 vs 学龄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2788920"/>
            <a:ext cx="228600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不同年龄有不同的生理、心理发展任务和需求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18872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兴趣取向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 vs 艺术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228600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每个孩子独特的兴趣方向需要被尊重和支持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