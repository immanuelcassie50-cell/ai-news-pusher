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放下完美父母的包袱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用好奇代替评判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承诺每天进步一点点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记住：没有绝对的公平，只有合适的平衡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2286000" cy="27432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