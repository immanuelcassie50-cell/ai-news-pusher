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什么是公平感？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公平感≠平均分配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公平感=被看见、被理解、被满足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每个孩子对"公平"的理解不同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公平感是主观的心理体验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核心洞见：公平不是秤上的砝码，而是心中的感受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2026-08-23T12:19:54Z</dcterms:created>
  <dcterms:modified xsi:type="dcterms:W3CDTF">2026-08-23T12:19:54Z</dcterms:modified>
</cp:coreProperties>
</file>