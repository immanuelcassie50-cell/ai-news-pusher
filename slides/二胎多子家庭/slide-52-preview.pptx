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- Explore 探索方案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1828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96596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头脑风暴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列出所有可能的方案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70048" y="118872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70048" y="1188720"/>
            <a:ext cx="196596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2670048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807208" y="2194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不否定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07208" y="274320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每个方案都值得记录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82896" y="118872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82896" y="1188720"/>
            <a:ext cx="196596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4882896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20056" y="2194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孩子参与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0056" y="274320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让他们提出建议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95744" y="1188720"/>
            <a:ext cx="19659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95744" y="1188720"/>
            <a:ext cx="196596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7095744" y="14630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232904" y="2194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32904" y="2743200"/>
            <a:ext cx="1691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每个方案的可行性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2026-08-23T12:17:51Z</dcterms:created>
  <dcterms:modified xsi:type="dcterms:W3CDTF">2026-08-23T12:17:51Z</dcterms:modified>
</cp:coreProperties>
</file>