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Agree 达成协议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选定的方案是什么？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每个人要做什么？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什么时候检查？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如果不行，再来一次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