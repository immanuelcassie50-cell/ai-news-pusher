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各年龄段的核心需求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96596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1965960" cy="11887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3444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0-3岁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安全感建立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3063240"/>
            <a:ext cx="1234440" cy="18288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20040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基础依附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0" y="1097280"/>
            <a:ext cx="196596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0" y="1097280"/>
            <a:ext cx="1965960" cy="118872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0" y="123444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3-6岁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743200" y="246888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自主性发展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108960" y="3063240"/>
            <a:ext cx="1234440" cy="18288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0" y="320040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主动探索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29200" y="1097280"/>
            <a:ext cx="196596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0" y="1097280"/>
            <a:ext cx="1965960" cy="1188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123444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6-12岁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029200" y="246888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勤奋感培养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394960" y="3063240"/>
            <a:ext cx="1234440" cy="18288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320040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能力确认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315200" y="1097280"/>
            <a:ext cx="196596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315200" y="1097280"/>
            <a:ext cx="1965960" cy="11887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0" y="123444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12-18岁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315200" y="246888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身份认同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7680960" y="3063240"/>
            <a:ext cx="1234440" cy="18288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0" y="320040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独立性追求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1097280" y="4297680"/>
            <a:ext cx="6949440" cy="27432"/>
          </a:xfrm>
          <a:prstGeom prst="rect">
            <a:avLst/>
          </a:prstGeom>
          <a:solidFill>
            <a:srgbClr val="8D99AE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2026-08-23T12:17:48Z</dcterms:created>
  <dcterms:modified xsi:type="dcterms:W3CDTF">2026-08-23T12:17:48Z</dcterms:modified>
</cp:coreProperties>
</file>