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问题与讨论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86200" y="1554480"/>
            <a:ext cx="1371600" cy="137160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5544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欢迎提问与分享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讨论话题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402336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实践中的困惑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402336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成功经验分享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个性化问题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