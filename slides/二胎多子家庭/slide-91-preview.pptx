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4630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孩子不接受专属时间怎么办？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2860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从短时间开始，让孩子选择活动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08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</a:t>
            </a:r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不要强迫，从3-5分钟开始；让孩子决定玩什么；逐步建立信任感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2026-08-23T12:17:55Z</dcterms:created>
  <dcterms:modified xsi:type="dcterms:W3CDTF">2026-08-23T12:17:55Z</dcterms:modified>
</cp:coreProperties>
</file>