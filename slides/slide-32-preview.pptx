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AI擅长做的是那种输入明确、规则清晰、可以被结构化的计算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73152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3317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给定分数和位次，结合历年录取数据，算出技术上合理的冲稳保梯度表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73152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这部分工作AI确实做得又快又准，比人工效率高得多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2026-08-02T01:42:58Z</dcterms:created>
  <dcterms:modified xsi:type="dcterms:W3CDTF">2026-08-02T01:42:58Z</dcterms:modified>
</cp:coreProperties>
</file>