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案例：完整审辨分析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Full Analysis Walkthrough #1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411480"/>
          </a:xfrm>
          <a:prstGeom prst="roundRect">
            <a:avLst>
              <a:gd name="adj" fmla="val 17778"/>
            </a:avLst>
          </a:prstGeom>
          <a:solidFill>
            <a:srgbClr val="4A556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分析报告样本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931920" cy="2377440"/>
          </a:xfrm>
          <a:prstGeom prst="roundRect">
            <a:avLst>
              <a:gd name="adj" fmla="val 3846"/>
            </a:avLst>
          </a:prstGeom>
          <a:solidFill>
            <a:srgbClr val="FAFAF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结论：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"该市场进入策略风险较低，建议立即执行"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支撑数据：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市场增长率 12%，竞争对手数量减少 15%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建议行动：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 前完成首轮融资，Q4 启动市场推广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3566160" cy="256032"/>
          </a:xfrm>
          <a:prstGeom prst="roundRect">
            <a:avLst>
              <a:gd name="adj" fmla="val 17857"/>
            </a:avLst>
          </a:prstGeom>
          <a:solidFill>
            <a:srgbClr val="C23B3B">
              <a:alpha val="1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404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2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置信度：92%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280160"/>
            <a:ext cx="4023360" cy="411480"/>
          </a:xfrm>
          <a:prstGeom prst="roundRect">
            <a:avLst>
              <a:gd name="adj" fmla="val 17778"/>
            </a:avLst>
          </a:prstGeom>
          <a:solidFill>
            <a:srgbClr val="C23B3B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2801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五维审辨分析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1783080"/>
            <a:ext cx="320040" cy="320040"/>
          </a:xfrm>
          <a:prstGeom prst="ellipse">
            <a:avLst/>
          </a:prstGeom>
          <a:solidFill>
            <a:srgbClr val="C23B3B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17830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事实核查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80760" y="17830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17830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2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数据来源不明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221992"/>
            <a:ext cx="320040" cy="320040"/>
          </a:xfrm>
          <a:prstGeom prst="ellipse">
            <a:avLst/>
          </a:prstGeom>
          <a:solidFill>
            <a:srgbClr val="C23B3B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22219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74920" y="222199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逻辑检验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80760" y="222199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55080" y="222199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2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因果关系存疑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2660904"/>
            <a:ext cx="320040" cy="320040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28" name="Text 26"/>
          <p:cNvSpPr/>
          <p:nvPr/>
        </p:nvSpPr>
        <p:spPr>
          <a:xfrm>
            <a:off x="4663440" y="26609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74920" y="266090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假设溯源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80760" y="266090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55080" y="2660904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关键假设未说明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3099816"/>
            <a:ext cx="320040" cy="320040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0" y="30998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74920" y="309981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视角拓展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080760" y="309981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55080" y="3099816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未考虑替代方案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3538728"/>
            <a:ext cx="320040" cy="320040"/>
          </a:xfrm>
          <a:prstGeom prst="ellipse">
            <a:avLst/>
          </a:prstGeom>
          <a:solidFill>
            <a:srgbClr val="4A5568"/>
          </a:solidFill>
          <a:ln/>
        </p:spPr>
      </p:sp>
      <p:sp>
        <p:nvSpPr>
          <p:cNvPr id="38" name="Text 36"/>
          <p:cNvSpPr/>
          <p:nvPr/>
        </p:nvSpPr>
        <p:spPr>
          <a:xfrm>
            <a:off x="4663440" y="35387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74920" y="353872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风险评估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080760" y="353872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355080" y="35387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下行风险被低估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63440" y="406908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C23B3B">
              <a:alpha val="10000"/>
            </a:srgbClr>
          </a:solidFill>
          <a:ln w="19050">
            <a:solidFill>
              <a:srgbClr val="C23B3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4160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关键发现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46320" y="4434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置信度 92% 背后：3 个假设未验证，2 个数据点来源不明，实际风险等级应为"中高"而非"较低"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4297680"/>
            <a:ext cx="3931920" cy="54864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4434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工具表单应用：记录审辨过程，量化信心调整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23B3B"/>
          </a:solidFill>
          <a:ln/>
        </p:spPr>
      </p:sp>
      <p:sp>
        <p:nvSpPr>
          <p:cNvPr id="48" name="Text 4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2026-07-22T11:46:38Z</dcterms:created>
  <dcterms:modified xsi:type="dcterms:W3CDTF">2026-07-22T11:46:38Z</dcterms:modified>
</cp:coreProperties>
</file>