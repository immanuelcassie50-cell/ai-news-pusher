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23B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23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第一维：因果链条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6459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71600"/>
            <a:ext cx="1645920" cy="54864"/>
          </a:xfrm>
          <a:prstGeom prst="rect">
            <a:avLst/>
          </a:prstGeom>
          <a:solidFill>
            <a:srgbClr val="C23B3B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554480"/>
            <a:ext cx="457200" cy="457200"/>
          </a:xfrm>
          <a:prstGeom prst="ellipse">
            <a:avLst/>
          </a:prstGeom>
          <a:solidFill>
            <a:srgbClr val="C23B3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155448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23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因果声明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0574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是否有明确的因果关系？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31720" y="16916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651760" y="1371600"/>
            <a:ext cx="16459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51760" y="1371600"/>
            <a:ext cx="1645920" cy="54864"/>
          </a:xfrm>
          <a:prstGeom prst="rect">
            <a:avLst/>
          </a:prstGeom>
          <a:solidFill>
            <a:srgbClr val="C23B3B"/>
          </a:solidFill>
          <a:ln/>
        </p:spPr>
      </p:sp>
      <p:sp>
        <p:nvSpPr>
          <p:cNvPr id="13" name="Shape 11"/>
          <p:cNvSpPr/>
          <p:nvPr/>
        </p:nvSpPr>
        <p:spPr>
          <a:xfrm>
            <a:off x="2743200" y="1554480"/>
            <a:ext cx="457200" cy="457200"/>
          </a:xfrm>
          <a:prstGeom prst="ellipse">
            <a:avLst/>
          </a:prstGeom>
          <a:solidFill>
            <a:srgbClr val="C23B3B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246120" y="155448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23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条件区分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0" y="20574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必要条件 vs 充分条件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43400" y="16916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663440" y="1371600"/>
            <a:ext cx="16459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1371600"/>
            <a:ext cx="1645920" cy="54864"/>
          </a:xfrm>
          <a:prstGeom prst="rect">
            <a:avLst/>
          </a:prstGeom>
          <a:solidFill>
            <a:srgbClr val="C23B3B"/>
          </a:solidFill>
          <a:ln/>
        </p:spPr>
      </p:sp>
      <p:sp>
        <p:nvSpPr>
          <p:cNvPr id="20" name="Shape 18"/>
          <p:cNvSpPr/>
          <p:nvPr/>
        </p:nvSpPr>
        <p:spPr>
          <a:xfrm>
            <a:off x="4754880" y="1554480"/>
            <a:ext cx="457200" cy="457200"/>
          </a:xfrm>
          <a:prstGeom prst="ellipse">
            <a:avLst/>
          </a:prstGeom>
          <a:solidFill>
            <a:srgbClr val="C23B3B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257800" y="155448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23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事后归因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0" y="20574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是否发生后才声称因果？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55080" y="16916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675120" y="1371600"/>
            <a:ext cx="16459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675120" y="1371600"/>
            <a:ext cx="1645920" cy="54864"/>
          </a:xfrm>
          <a:prstGeom prst="rect">
            <a:avLst/>
          </a:prstGeom>
          <a:solidFill>
            <a:srgbClr val="C23B3B"/>
          </a:solidFill>
          <a:ln/>
        </p:spPr>
      </p:sp>
      <p:sp>
        <p:nvSpPr>
          <p:cNvPr id="27" name="Shape 25"/>
          <p:cNvSpPr/>
          <p:nvPr/>
        </p:nvSpPr>
        <p:spPr>
          <a:xfrm>
            <a:off x="6766560" y="1554480"/>
            <a:ext cx="457200" cy="457200"/>
          </a:xfrm>
          <a:prstGeom prst="ellipse">
            <a:avLst/>
          </a:prstGeom>
          <a:solidFill>
            <a:srgbClr val="C23B3B"/>
          </a:solidFill>
          <a:ln/>
        </p:spPr>
      </p:sp>
      <p:sp>
        <p:nvSpPr>
          <p:cNvPr id="28" name="Text 26"/>
          <p:cNvSpPr/>
          <p:nvPr/>
        </p:nvSpPr>
        <p:spPr>
          <a:xfrm>
            <a:off x="676656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269480" y="155448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23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相关当因果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766560" y="20574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警惕相关性与因果混淆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" y="2816352"/>
            <a:ext cx="109728" cy="109728"/>
          </a:xfrm>
          <a:prstGeom prst="ellipse">
            <a:avLst/>
          </a:prstGeom>
          <a:solidFill>
            <a:srgbClr val="C23B3B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2743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检查因果声明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743200" y="2816352"/>
            <a:ext cx="109728" cy="109728"/>
          </a:xfrm>
          <a:prstGeom prst="ellipse">
            <a:avLst/>
          </a:prstGeom>
          <a:solidFill>
            <a:srgbClr val="C23B3B"/>
          </a:solidFill>
          <a:ln/>
        </p:spPr>
      </p:sp>
      <p:sp>
        <p:nvSpPr>
          <p:cNvPr id="34" name="Text 32"/>
          <p:cNvSpPr/>
          <p:nvPr/>
        </p:nvSpPr>
        <p:spPr>
          <a:xfrm>
            <a:off x="2926080" y="2743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区分必要/充分条件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846320" y="2816352"/>
            <a:ext cx="109728" cy="109728"/>
          </a:xfrm>
          <a:prstGeom prst="ellipse">
            <a:avLst/>
          </a:prstGeom>
          <a:solidFill>
            <a:srgbClr val="C23B3B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0" y="2743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识别事后归因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949440" y="2816352"/>
            <a:ext cx="109728" cy="109728"/>
          </a:xfrm>
          <a:prstGeom prst="ellipse">
            <a:avLst/>
          </a:prstGeom>
          <a:solidFill>
            <a:srgbClr val="C23B3B"/>
          </a:solidFill>
          <a:ln/>
        </p:spPr>
      </p:sp>
      <p:sp>
        <p:nvSpPr>
          <p:cNvPr id="38" name="Text 36"/>
          <p:cNvSpPr/>
          <p:nvPr/>
        </p:nvSpPr>
        <p:spPr>
          <a:xfrm>
            <a:off x="7132320" y="2743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警惕相关当因果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7200" y="329184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C23B3B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" y="3429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40080" y="37490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"因为A所以B"——这个因果关系真的成立吗？还是只是时间上的先后？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57200" y="452628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AFAF8">
              <a:alpha val="40000"/>
            </a:srgbClr>
          </a:solidFill>
          <a:ln w="12700">
            <a:solidFill>
              <a:srgbClr val="718096"/>
            </a:solidFill>
            <a:prstDash val="dash"/>
          </a:ln>
        </p:spPr>
      </p:sp>
      <p:sp>
        <p:nvSpPr>
          <p:cNvPr id="43" name="Text 41"/>
          <p:cNvSpPr/>
          <p:nvPr/>
        </p:nvSpPr>
        <p:spPr>
          <a:xfrm>
            <a:off x="640080" y="45262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典型错误：冰淇淋销量上升 → 溺水人数增加（两者都因夏季高温）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718096"/>
          </a:solidFill>
          <a:ln/>
        </p:spPr>
      </p:sp>
      <p:sp>
        <p:nvSpPr>
          <p:cNvPr id="45" name="Text 4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2026-07-22T11:45:42Z</dcterms:created>
  <dcterms:modified xsi:type="dcterms:W3CDTF">2026-07-22T11:45:42Z</dcterms:modified>
</cp:coreProperties>
</file>