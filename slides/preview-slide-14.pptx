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先分数后人的代价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640080"/>
          </a:xfrm>
          <a:prstGeom prst="rect">
            <a:avLst>
              <a:gd name="adj" fmla="val 14286"/>
            </a:avLst>
          </a:prstGeom>
          <a:solidFill>
            <a:srgbClr val="EDF2F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1887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分数决定档次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640080"/>
          </a:xfrm>
          <a:prstGeom prst="rect">
            <a:avLst>
              <a:gd name="adj" fmla="val 14286"/>
            </a:avLst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19659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档次决定学校范围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5603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8229600" cy="640080"/>
          </a:xfrm>
          <a:prstGeom prst="rect">
            <a:avLst>
              <a:gd name="adj" fmla="val 14286"/>
            </a:avLst>
          </a:prstGeom>
          <a:solidFill>
            <a:srgbClr val="EDF2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2743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学校范围里挑专业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33375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8229600" cy="640080"/>
          </a:xfrm>
          <a:prstGeom prst="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35204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"这个人是谁"被挤到最后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0" y="35204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甚至挤没了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8229600" cy="548640"/>
          </a:xfrm>
          <a:prstGeom prst="rect">
            <a:avLst>
              <a:gd name="adj" fmla="val 16667"/>
            </a:avLst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人天然会先做容易的事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2026-08-02T01:21:19Z</dcterms:created>
  <dcterms:modified xsi:type="dcterms:W3CDTF">2026-08-02T01:21:19Z</dcterms:modified>
</cp:coreProperties>
</file>