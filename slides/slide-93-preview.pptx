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工作繁忙，时间不够怎么办？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化整为零，高质量短时陪伴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8D99AE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</a:t>
            </a:r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利用碎片时间（睡前、早餐时）；质量重于数量；哪怕5分钟全心陪伴也好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2026-08-28T16:41:47Z</dcterms:created>
  <dcterms:modified xsi:type="dcterms:W3CDTF">2026-08-28T16:41:47Z</dcterms:modified>
</cp:coreProperties>
</file>