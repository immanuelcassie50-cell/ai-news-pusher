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模块一核心要点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先问"这个人是谁"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144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14300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先人后分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914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9144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114300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三道筛子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5176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产业判断是看五年后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三问框架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26517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65176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28803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倒推规划是从十年后往回算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先问想要什么日子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6517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265176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28803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4652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AI是工具不是大脑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465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判断力在人身上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2026-08-02T01:42:59Z</dcterms:created>
  <dcterms:modified xsi:type="dcterms:W3CDTF">2026-08-02T01:42:59Z</dcterms:modified>
</cp:coreProperties>
</file>