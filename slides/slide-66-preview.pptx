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延伸学习路径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持续精进的四个阶段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80160" cy="1280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100584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基础夯实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框架搭建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2395728"/>
            <a:ext cx="146304" cy="146304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828800"/>
            <a:ext cx="1280160" cy="1280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965960"/>
            <a:ext cx="100584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395728"/>
            <a:ext cx="146304" cy="146304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828800"/>
            <a:ext cx="1280160" cy="1280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1965960"/>
            <a:ext cx="100584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技巧打磨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沟通话术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专项训练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395728"/>
            <a:ext cx="146304" cy="146304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828800"/>
            <a:ext cx="1280160" cy="1280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965960"/>
            <a:ext cx="1005840" cy="100584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122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思维进阶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决策升级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推荐资源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行业报告研读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4462272"/>
            <a:ext cx="164592" cy="164592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案例库持续更新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462272"/>
            <a:ext cx="164592" cy="164592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定期复盘工作坊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24242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2026-08-06T03:18:44Z</dcterms:created>
  <dcterms:modified xsi:type="dcterms:W3CDTF">2026-08-06T03:18:44Z</dcterms:modified>
</cp:coreProperties>
</file>