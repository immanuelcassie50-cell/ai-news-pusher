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专利竞赛的困境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两家公司竞相研发同一技术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5603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17320" y="1600200"/>
            <a:ext cx="640080" cy="6400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7" name="Text 5"/>
          <p:cNvSpPr/>
          <p:nvPr/>
        </p:nvSpPr>
        <p:spPr>
          <a:xfrm>
            <a:off x="1417320" y="1600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公司A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6974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加速研发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承担超额成本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017520" y="21945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749040" y="1463040"/>
            <a:ext cx="25603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600200"/>
            <a:ext cx="640080" cy="640080"/>
          </a:xfrm>
          <a:prstGeom prst="ellipse">
            <a:avLst/>
          </a:prstGeom>
          <a:solidFill>
            <a:srgbClr val="2C5282"/>
          </a:solidFill>
          <a:ln/>
        </p:spPr>
      </p:sp>
      <p:sp>
        <p:nvSpPr>
          <p:cNvPr id="13" name="Text 11"/>
          <p:cNvSpPr/>
          <p:nvPr/>
        </p:nvSpPr>
        <p:spPr>
          <a:xfrm>
            <a:off x="4709160" y="1600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840480" y="2331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公司B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840480" y="26974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同样加速研发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双方过度投资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675120" y="1463040"/>
            <a:ext cx="2011680" cy="2011680"/>
          </a:xfrm>
          <a:prstGeom prst="rect">
            <a:avLst/>
          </a:prstGeom>
          <a:solidFill>
            <a:srgbClr val="C53030">
              <a:alpha val="1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766560" y="16002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766560" y="196596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赢家通吃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输家血本无归</a:t>
            </a:r>
            <a:endParaRPr lang="en-US" sz="1000" dirty="0"/>
          </a:p>
          <a:p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双方都承担了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不必要的研发成本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749040"/>
            <a:ext cx="8229600" cy="1280160"/>
          </a:xfrm>
          <a:prstGeom prst="rect">
            <a:avLst/>
          </a:prstGeom>
          <a:solidFill>
            <a:srgbClr val="BEE3F8">
              <a:alpha val="5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886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社会效率问题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77240" y="4251960"/>
            <a:ext cx="109728" cy="109728"/>
          </a:xfrm>
          <a:prstGeom prst="ellipse">
            <a:avLst/>
          </a:prstGeom>
          <a:solidFill>
            <a:srgbClr val="D69E2E"/>
          </a:solidFill>
          <a:ln/>
        </p:spPr>
      </p:sp>
      <p:sp>
        <p:nvSpPr>
          <p:cNvPr id="22" name="Text 20"/>
          <p:cNvSpPr/>
          <p:nvPr/>
        </p:nvSpPr>
        <p:spPr>
          <a:xfrm>
            <a:off x="960120" y="416052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即使某项技术已被A公司研发成功，B公司的相似研究也可能被束之高阁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77240" y="4507992"/>
            <a:ext cx="109728" cy="109728"/>
          </a:xfrm>
          <a:prstGeom prst="ellipse">
            <a:avLst/>
          </a:prstGeom>
          <a:solidFill>
            <a:srgbClr val="D69E2E"/>
          </a:solidFill>
          <a:ln/>
        </p:spPr>
      </p:sp>
      <p:sp>
        <p:nvSpPr>
          <p:cNvPr id="24" name="Text 22"/>
          <p:cNvSpPr/>
          <p:nvPr/>
        </p:nvSpPr>
        <p:spPr>
          <a:xfrm>
            <a:off x="960120" y="4416552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行业整体研发投入远超实际需要，造成资源浪费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77240" y="4764024"/>
            <a:ext cx="109728" cy="109728"/>
          </a:xfrm>
          <a:prstGeom prst="ellipse">
            <a:avLst/>
          </a:prstGeom>
          <a:solidFill>
            <a:srgbClr val="D69E2E"/>
          </a:solidFill>
          <a:ln/>
        </p:spPr>
      </p:sp>
      <p:sp>
        <p:nvSpPr>
          <p:cNvPr id="26" name="Text 24"/>
          <p:cNvSpPr/>
          <p:nvPr/>
        </p:nvSpPr>
        <p:spPr>
          <a:xfrm>
            <a:off x="960120" y="4672584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竞相提前完成的压力可能导致质量控制被忽视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22857"/>
            </a:avLst>
          </a:prstGeom>
          <a:solidFill>
            <a:srgbClr val="D69E2E"/>
          </a:solidFill>
          <a:ln/>
        </p:spPr>
      </p:sp>
      <p:sp>
        <p:nvSpPr>
          <p:cNvPr id="28" name="Text 26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2026-08-26T01:09:25Z</dcterms:created>
  <dcterms:modified xsi:type="dcterms:W3CDTF">2026-08-26T01:09:25Z</dcterms:modified>
</cp:coreProperties>
</file>