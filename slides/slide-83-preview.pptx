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激励类型的五大黄金法则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88136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8813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033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没有最好的激励，只有最适合的激励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34416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不同人、不同阶段、不同情境需要不同的激励组合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64792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92808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92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1837944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物质是基础，但不是万能的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88720" y="21488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低于市场水平的薪酬会引发不满，但超过临界点的物质激励会边际效用递减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697480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6974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642616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真实胜于形式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295351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员工能感受到激励是否真诚，虚伪的激励比没有激励更有害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02152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021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44728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短长期平衡是关键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88720" y="3758184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只顾眼前会透支未来，太过长远会让员工觉得画饼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178808"/>
            <a:ext cx="82296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306824"/>
            <a:ext cx="502920" cy="457200"/>
          </a:xfrm>
          <a:prstGeom prst="roundRect">
            <a:avLst>
              <a:gd name="adj" fmla="val 16000"/>
            </a:avLst>
          </a:prstGeom>
          <a:solidFill>
            <a:srgbClr val="C0392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30682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88720" y="4251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B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AI是辅助，人是主体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88720" y="4562856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数据告诉我们什么，但该不该做是管理者的责任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2026-07-28T16:38:24Z</dcterms:created>
  <dcterms:modified xsi:type="dcterms:W3CDTF">2026-07-28T16:38:24Z</dcterms:modified>
</cp:coreProperties>
</file>