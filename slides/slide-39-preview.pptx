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2743200" cy="36576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现实中的囚徒困境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商业、社会与日常生活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0" y="731520"/>
            <a:ext cx="1371600" cy="1371600"/>
          </a:xfrm>
          <a:prstGeom prst="ellipse">
            <a:avLst/>
          </a:prstGeom>
          <a:solidFill>
            <a:srgbClr val="2C5282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2286000"/>
            <a:ext cx="914400" cy="914400"/>
          </a:xfrm>
          <a:prstGeom prst="ellipse">
            <a:avLst/>
          </a:prstGeom>
          <a:solidFill>
            <a:srgbClr val="D69E2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D69E2E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2026-08-26T01:09:23Z</dcterms:created>
  <dcterms:modified xsi:type="dcterms:W3CDTF">2026-08-26T01:09:23Z</dcterms:modified>
</cp:coreProperties>
</file>