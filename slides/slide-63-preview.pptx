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400" kern="0" dirty="0">
                <a:solidFill>
                  <a:srgbClr val="BEE3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走出囚徒困境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657600" cy="36576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260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三大解决方向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2560320" cy="1188720"/>
          </a:xfrm>
          <a:prstGeom prst="rect">
            <a:avLst/>
          </a:prstGeom>
          <a:solidFill>
            <a:srgbClr val="2C5282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改变激励机制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3886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让合作变得更有利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3383280"/>
            <a:ext cx="2560320" cy="1188720"/>
          </a:xfrm>
          <a:prstGeom prst="rect">
            <a:avLst/>
          </a:prstGeom>
          <a:solidFill>
            <a:srgbClr val="2C5282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8404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建立惩罚机制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3886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让背叛付出代价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3383280"/>
            <a:ext cx="2560320" cy="1188720"/>
          </a:xfrm>
          <a:prstGeom prst="rect">
            <a:avLst/>
          </a:prstGeom>
          <a:solidFill>
            <a:srgbClr val="2C5282">
              <a:alpha val="4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3474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836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重复博弈与声誉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3886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拉长博弈时间线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D69E2E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2026-08-26T01:09:25Z</dcterms:created>
  <dcterms:modified xsi:type="dcterms:W3CDTF">2026-08-26T01:09:25Z</dcterms:modified>
</cp:coreProperties>
</file>