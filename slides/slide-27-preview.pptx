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第一天反思与练习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097280" cy="5486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2344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回顾你团队最近的绩效决策，哪些属于A类？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463040"/>
            <a:ext cx="548640" cy="54864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16052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哪些决策被错误分类了？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2344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463040"/>
            <a:ext cx="548640" cy="54864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08660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如何调整能让人机协作更顺畅？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C62828">
              <a:alpha val="9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思考提示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840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反思不是批评，而是迭代优化的起点。每个错误分类都是一次学习机会。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2026-08-05T19:41:31Z</dcterms:created>
  <dcterms:modified xsi:type="dcterms:W3CDTF">2026-08-05T19:41:31Z</dcterms:modified>
</cp:coreProperties>
</file>