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数字时代的囚徒困境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数据隐私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分享数据还是保护？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1965960"/>
            <a:ext cx="155448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148840"/>
            <a:ext cx="137160" cy="1371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574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App要求各种权限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514600"/>
            <a:ext cx="137160" cy="1371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231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不给权限无法使用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880360"/>
            <a:ext cx="137160" cy="1371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889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给了权限数据被滥用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337560"/>
            <a:ext cx="2377440" cy="77724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29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用户vs平台的博弈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0515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2900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社交媒体内容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真实内容还是点击诱饵？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1965960"/>
            <a:ext cx="155448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0" name="Shape 18"/>
          <p:cNvSpPr/>
          <p:nvPr/>
        </p:nvSpPr>
        <p:spPr>
          <a:xfrm>
            <a:off x="3520440" y="2148840"/>
            <a:ext cx="137160" cy="1371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20574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真实内容：长期信任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20440" y="2514600"/>
            <a:ext cx="137160" cy="1371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24231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点击诱饵：短期流量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20440" y="2880360"/>
            <a:ext cx="137160" cy="1371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27889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如果对手发诱饵...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3337560"/>
            <a:ext cx="2377440" cy="77724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3429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创作者之间的竞争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0515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6364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平台vs创作者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收益如何分成？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75120" y="1965960"/>
            <a:ext cx="155448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32" name="Shape 30"/>
          <p:cNvSpPr/>
          <p:nvPr/>
        </p:nvSpPr>
        <p:spPr>
          <a:xfrm>
            <a:off x="6355080" y="2148840"/>
            <a:ext cx="137160" cy="1371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20574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平台定规则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2514600"/>
            <a:ext cx="137160" cy="1371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24231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创作者依赖平台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55080" y="2880360"/>
            <a:ext cx="137160" cy="1371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27889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抽成比例持续压缩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3337560"/>
            <a:ext cx="2377440" cy="77724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3429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生态系统的权力失衡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1A365D">
              <a:alpha val="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数字时代的困境特点：信息透明但无法核实，规模庞大但协调困难，重复博弈但惩罚机制缺失。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2026-08-26T01:09:24Z</dcterms:created>
  <dcterms:modified xsi:type="dcterms:W3CDTF">2026-08-26T01:09:24Z</dcterms:modified>
</cp:coreProperties>
</file>