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声誉是可积累的资产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D69E2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8346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1945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9456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43000" y="155448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BEE3F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1554480"/>
            <a:ext cx="1234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196596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9144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声誉积累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18872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80560" y="1188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每次好的互动都在增加声誉资本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40480" y="237744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每次背叛都在消耗多年积累的信任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0480" y="3566160"/>
            <a:ext cx="457200" cy="45720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8056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声誉是长期博弈中最重要的资产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840480" y="429768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023360" y="4297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声誉建设是重复博弈中的核心策略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2026-08-26T00:36:17Z</dcterms:created>
  <dcterms:modified xsi:type="dcterms:W3CDTF">2026-08-26T00:36:17Z</dcterms:modified>
</cp:coreProperties>
</file>