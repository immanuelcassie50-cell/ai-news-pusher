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274320"/>
            <a:ext cx="731520" cy="731520"/>
          </a:xfrm>
          <a:prstGeom prst="ellipse">
            <a:avLst/>
          </a:prstGeom>
          <a:solidFill>
            <a:srgbClr val="FFCDD2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412480" y="548640"/>
            <a:ext cx="457200" cy="457200"/>
          </a:xfrm>
          <a:prstGeom prst="ellipse">
            <a:avLst/>
          </a:prstGeom>
          <a:solidFill>
            <a:srgbClr val="EF5350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B类决策：深入案例分析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463040" cy="32004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高风险+可逆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8229600" cy="100584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508760"/>
            <a:ext cx="73152" cy="100584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572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53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典型案例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某科技公司中层管理岗重组：AI系统建议合并三个团队，人力总监在AI方案基础上增加了「过渡期关怀」模块，最终方案员工满意度提升40%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554480" y="2743200"/>
            <a:ext cx="365760" cy="36576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13" name="Text 11"/>
          <p:cNvSpPr/>
          <p:nvPr/>
        </p:nvSpPr>
        <p:spPr>
          <a:xfrm>
            <a:off x="155448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AI角色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3566160"/>
            <a:ext cx="2011680" cy="18288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657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数据分析与方案生成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风险评估与模拟预测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多方案对比参考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2743200"/>
            <a:ext cx="365760" cy="3657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91840" y="3200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人类角色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66160" y="3566160"/>
            <a:ext cx="2011680" cy="18288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3657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最终方案审批权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权衡利益相关方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把控干预时机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23760" y="2743200"/>
            <a:ext cx="365760" cy="365760"/>
          </a:xfrm>
          <a:prstGeom prst="ellipse">
            <a:avLst/>
          </a:prstGeom>
          <a:solidFill>
            <a:srgbClr val="424242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26480" y="3200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成功关键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0" y="3566160"/>
            <a:ext cx="2011680" cy="18288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657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不是替代，是增强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AI跑腿，人类决策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可逆性保障信任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4617720"/>
            <a:ext cx="274320" cy="27432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4526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核心：AI负责推演，人类负责决断 — 权限边界清晰才能协作顺畅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424242">
              <a:alpha val="5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2026-08-06T03:20:48Z</dcterms:created>
  <dcterms:modified xsi:type="dcterms:W3CDTF">2026-08-06T03:20:48Z</dcterms:modified>
</cp:coreProperties>
</file>