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决策分级检查清单解读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应用检查清单的四个要点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51560" y="1325880"/>
            <a:ext cx="7635240" cy="6858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1325880"/>
            <a:ext cx="54864" cy="6858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3533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确认决策边界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67335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先明确这项决策属于哪个级别，再对照相应权限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51560" y="2194560"/>
            <a:ext cx="7635240" cy="6858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14" name="Shape 12"/>
          <p:cNvSpPr/>
          <p:nvPr/>
        </p:nvSpPr>
        <p:spPr>
          <a:xfrm>
            <a:off x="1051560" y="2194560"/>
            <a:ext cx="54864" cy="6858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22219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识别护栏条件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254203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检查是否存在触发护栏的特定条件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51560" y="3063240"/>
            <a:ext cx="7635240" cy="6858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1560" y="3063240"/>
            <a:ext cx="54864" cy="6858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1" name="Text 19"/>
          <p:cNvSpPr/>
          <p:nvPr/>
        </p:nvSpPr>
        <p:spPr>
          <a:xfrm>
            <a:off x="1280160" y="30906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验证升级路径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80160" y="341071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确认超权限时的审批流程和时限要求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51560" y="3931920"/>
            <a:ext cx="7635240" cy="685800"/>
          </a:xfrm>
          <a:prstGeom prst="rect">
            <a:avLst/>
          </a:prstGeom>
          <a:solidFill>
            <a:srgbClr val="FFCDD2"/>
          </a:solidFill>
          <a:ln/>
        </p:spPr>
      </p:sp>
      <p:sp>
        <p:nvSpPr>
          <p:cNvPr id="26" name="Shape 24"/>
          <p:cNvSpPr/>
          <p:nvPr/>
        </p:nvSpPr>
        <p:spPr>
          <a:xfrm>
            <a:off x="1051560" y="3931920"/>
            <a:ext cx="54864" cy="6858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27" name="Text 25"/>
          <p:cNvSpPr/>
          <p:nvPr/>
        </p:nvSpPr>
        <p:spPr>
          <a:xfrm>
            <a:off x="1280160" y="395935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记录决策日志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427939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保留决策依据和结果，便于复盘和改进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检查清单是护栏落地的工具，而非限制思维的枷锁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229600" y="4572000"/>
            <a:ext cx="457200" cy="457200"/>
          </a:xfrm>
          <a:prstGeom prst="ellipse">
            <a:avLst/>
          </a:prstGeom>
          <a:solidFill>
            <a:srgbClr val="424242">
              <a:alpha val="5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2026-08-06T03:26:16Z</dcterms:created>
  <dcterms:modified xsi:type="dcterms:W3CDTF">2026-08-06T03:26:16Z</dcterms:modified>
</cp:coreProperties>
</file>