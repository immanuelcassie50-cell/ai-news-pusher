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核心知识点回顾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731520" cy="594360"/>
          </a:xfrm>
          <a:prstGeom prst="roundRect">
            <a:avLst>
              <a:gd name="adj" fmla="val 12308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囚徒困境的本质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0515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个体理性与集体理性的冲突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9144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01368"/>
            <a:ext cx="731520" cy="594360"/>
          </a:xfrm>
          <a:prstGeom prst="roundRect">
            <a:avLst>
              <a:gd name="adj" fmla="val 12308"/>
            </a:avLst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0136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8013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合作的可能性条件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80136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重复博弈与声誉机制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8229600" cy="9144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51176"/>
            <a:ext cx="731520" cy="594360"/>
          </a:xfrm>
          <a:prstGeom prst="roundRect">
            <a:avLst>
              <a:gd name="adj" fmla="val 12308"/>
            </a:avLst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51176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55117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现实案例与模式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5511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商业、政治、社会中的博弈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09544"/>
            <a:ext cx="8229600" cy="9144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00984"/>
            <a:ext cx="731520" cy="594360"/>
          </a:xfrm>
          <a:prstGeom prst="roundRect">
            <a:avLst>
              <a:gd name="adj" fmla="val 12308"/>
            </a:avLst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00984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3009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机制设计三方向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3300984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改变收益、改变预期、改变文化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959352"/>
            <a:ext cx="8229600" cy="9144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050792"/>
            <a:ext cx="731520" cy="594360"/>
          </a:xfrm>
          <a:prstGeom prst="roundRect">
            <a:avLst>
              <a:gd name="adj" fmla="val 12308"/>
            </a:avLst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5079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0507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个人与组织应用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0507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声誉投资、谈判策略、组织激励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五大模块构建完整的博弈论思维框架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2026-08-26T00:36:17Z</dcterms:created>
  <dcterms:modified xsi:type="dcterms:W3CDTF">2026-08-26T00:36:17Z</dcterms:modified>
</cp:coreProperties>
</file>