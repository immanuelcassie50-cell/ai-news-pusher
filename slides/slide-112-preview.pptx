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五维审辨模型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综合前面四个模块的技能，加上元认知维度，形成完整的审辨框架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0" y="2468880"/>
            <a:ext cx="914400" cy="91440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731520" cy="7315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960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23360" y="1645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97674" y="2108216"/>
            <a:ext cx="731520" cy="7315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1" name="Text 9"/>
          <p:cNvSpPr/>
          <p:nvPr/>
        </p:nvSpPr>
        <p:spPr>
          <a:xfrm>
            <a:off x="5597674" y="19710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14794" y="26568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66193" y="3743944"/>
            <a:ext cx="731520" cy="7315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4" name="Text 12"/>
          <p:cNvSpPr/>
          <p:nvPr/>
        </p:nvSpPr>
        <p:spPr>
          <a:xfrm>
            <a:off x="5066193" y="360678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83313" y="42925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46287" y="3743944"/>
            <a:ext cx="731520" cy="7315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7" name="Text 15"/>
          <p:cNvSpPr/>
          <p:nvPr/>
        </p:nvSpPr>
        <p:spPr>
          <a:xfrm>
            <a:off x="3346287" y="360678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63407" y="42925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14806" y="2108216"/>
            <a:ext cx="731520" cy="73152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2814806" y="19710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631926" y="26568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元认知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0" cy="-1463040"/>
          </a:xfrm>
          <a:prstGeom prst="line">
            <a:avLst/>
          </a:prstGeom>
          <a:noFill/>
          <a:ln w="19050">
            <a:solidFill>
              <a:srgbClr val="FAFAF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2926080"/>
            <a:ext cx="1391434" cy="-452104"/>
          </a:xfrm>
          <a:prstGeom prst="line">
            <a:avLst/>
          </a:prstGeom>
          <a:noFill/>
          <a:ln w="19050">
            <a:solidFill>
              <a:srgbClr val="FAFAF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0" y="2926080"/>
            <a:ext cx="859953" cy="1183624"/>
          </a:xfrm>
          <a:prstGeom prst="line">
            <a:avLst/>
          </a:prstGeom>
          <a:noFill/>
          <a:ln w="19050">
            <a:solidFill>
              <a:srgbClr val="FAFAF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2926080"/>
            <a:ext cx="-859953" cy="1183624"/>
          </a:xfrm>
          <a:prstGeom prst="line">
            <a:avLst/>
          </a:prstGeom>
          <a:noFill/>
          <a:ln w="19050">
            <a:solidFill>
              <a:srgbClr val="FAFAF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0" y="2926080"/>
            <a:ext cx="-1391434" cy="-452104"/>
          </a:xfrm>
          <a:prstGeom prst="line">
            <a:avLst/>
          </a:prstGeom>
          <a:noFill/>
          <a:ln w="19050">
            <a:solidFill>
              <a:srgbClr val="FAFAF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" y="443484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FAFAF8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348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模块1-4: 技能维度  |  模块5: 元认知维度（对思考本身的反思）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2026-07-22T11:45:38Z</dcterms:created>
  <dcterms:modified xsi:type="dcterms:W3CDTF">2026-07-22T11:45:38Z</dcterms:modified>
</cp:coreProperties>
</file>