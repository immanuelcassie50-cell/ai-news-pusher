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BEM激励单元：诊断框架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是否存在激励？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奖励是否足够吸引人？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234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激励是否指向正确行为？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1691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目标与行为是否匹配？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激励是否及时？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时间差是否太长？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激励是否公平？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员工是否认可？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258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480560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激励是BEM模型中最容易被设计、最容易出错的部分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2026-07-28T16:33:30Z</dcterms:created>
  <dcterms:modified xsi:type="dcterms:W3CDTF">2026-07-28T16:33:30Z</dcterms:modified>
</cp:coreProperties>
</file>