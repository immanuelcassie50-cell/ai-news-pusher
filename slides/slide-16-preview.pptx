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为什么背叛是「理性」的？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BEE3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优势策略 (Dominant Strategy)：无论对手如何选择，这都是最优选择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3931920" cy="50292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 1：B 选择合作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A 合作 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468880"/>
            <a:ext cx="731520" cy="502920"/>
          </a:xfrm>
          <a:prstGeom prst="roundRect">
            <a:avLst>
              <a:gd name="adj" fmla="val 14545"/>
            </a:avLst>
          </a:prstGeom>
          <a:solidFill>
            <a:srgbClr val="C6F6D5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A 背叛 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3017520"/>
            <a:ext cx="731520" cy="502920"/>
          </a:xfrm>
          <a:prstGeom prst="roundRect">
            <a:avLst>
              <a:gd name="adj" fmla="val 14545"/>
            </a:avLst>
          </a:prstGeom>
          <a:solidFill>
            <a:srgbClr val="FEEBC8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30175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0896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&gt; 3，背叛更好！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920240"/>
            <a:ext cx="3931920" cy="502920"/>
          </a:xfrm>
          <a:prstGeom prst="rect">
            <a:avLst/>
          </a:prstGeom>
          <a:solidFill>
            <a:srgbClr val="FED7D7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920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 2：B 选择背叛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A 合作 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2468880"/>
            <a:ext cx="731520" cy="502920"/>
          </a:xfrm>
          <a:prstGeom prst="roundRect">
            <a:avLst>
              <a:gd name="adj" fmla="val 14545"/>
            </a:avLst>
          </a:prstGeom>
          <a:solidFill>
            <a:srgbClr val="FED7D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A 背叛 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3017520"/>
            <a:ext cx="731520" cy="502920"/>
          </a:xfrm>
          <a:prstGeom prst="roundRect">
            <a:avLst>
              <a:gd name="adj" fmla="val 14545"/>
            </a:avLst>
          </a:prstGeom>
          <a:solidFill>
            <a:srgbClr val="FEEBC8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0175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0664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&gt; 0，背叛还是更好！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结论：背叛是优势策略——理性人必然选择背叛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2026-08-26T00:45:01Z</dcterms:created>
  <dcterms:modified xsi:type="dcterms:W3CDTF">2026-08-26T00:45:01Z</dcterms:modified>
</cp:coreProperties>
</file>