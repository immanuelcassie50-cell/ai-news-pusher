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关键词提取方法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如何识别和使用关键词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874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文本预处理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分词、去停用词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大小写统一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16459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874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特征计算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89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TF-IDF / TextRank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词频权重分析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1874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关键词筛选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设定阈值筛选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人工校验补充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6459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874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应用验证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回代原文验证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效果迭代优化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2B2D42">
              <a:alpha val="9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234440" y="41605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核心洞见：关键词提取是认知卸载的"反向工程"——通过识别AI生成内容的高频词，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可以追溯论证脉络，评估是否存在思维捷径或逻辑跳跃。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2026-07-25T12:56:04Z</dcterms:created>
  <dcterms:modified xsi:type="dcterms:W3CDTF">2026-07-25T12:56:04Z</dcterms:modified>
</cp:coreProperties>
</file>