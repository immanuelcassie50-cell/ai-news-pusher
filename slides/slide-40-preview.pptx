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价格卡特尔与OPEC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OPEC：经典的卡特尔案例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卡特尔的逻辑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201168" cy="20116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产油国联合控制产量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98648"/>
            <a:ext cx="201168" cy="20116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维持高价石油市场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538728"/>
            <a:ext cx="201168" cy="20116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共享垄断利润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背叛的诱惑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2258568"/>
            <a:ext cx="201168" cy="201168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每个成员都有增产动机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2898648"/>
            <a:ext cx="201168" cy="201168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超产可以获取更多市场份额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3538728"/>
            <a:ext cx="201168" cy="201168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价格下跌时背叛行为加剧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2026-08-26T01:09:23Z</dcterms:created>
  <dcterms:modified xsi:type="dcterms:W3CDTF">2026-08-26T01:09:23Z</dcterms:modified>
</cp:coreProperties>
</file>