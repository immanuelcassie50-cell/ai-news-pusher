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课程总结与报名引导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今日收获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注意力是大脑的选择性加工能力，可以通过练习提升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聚焦、保持、切换是注意力管理的核心三步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呼吸训练、单点凝视、番茄工作法是日常训练的有效工具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正式课程亮点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66360" y="1709928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8节系统课程，从原理到实践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66360" y="2212848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每日5分钟训练，21天养成专注习惯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66360" y="2715768"/>
            <a:ext cx="137160" cy="1371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1对1答疑辅导，个性化提升方案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474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22223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611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立即报名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方太文化研究院《注意力管理》正式课程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443484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早鸟价：限时优惠中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C9ADA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34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咨询报名：方太文化研究院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2026-08-30T00:58:55Z</dcterms:created>
  <dcterms:modified xsi:type="dcterms:W3CDTF">2026-08-30T00:58:55Z</dcterms:modified>
</cp:coreProperties>
</file>