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知识点一：注意力的本质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9A8C9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注意力是大脑对信息进行选择性加工的能力。它不是"抓取"更多，而是"筛选"更准。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060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4A4E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扎克伯格常年只穿灰色T恤。他说："我不希望每天早上为了穿什么浪费精力，因为真正的决策不在衣服上。"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11480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C9ADA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回顾你最近一周的工作/生活，找出3件"看似必要但实际浪费注意力"的事情。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560320" cy="2560320"/>
          </a:xfrm>
          <a:prstGeom prst="ellipse">
            <a:avLst/>
          </a:prstGeom>
          <a:solidFill>
            <a:srgbClr val="22223B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737360"/>
            <a:ext cx="1828800" cy="1828800"/>
          </a:xfrm>
          <a:prstGeom prst="ellipse">
            <a:avLst/>
          </a:prstGeom>
          <a:solidFill>
            <a:srgbClr val="9A8C98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2103120"/>
            <a:ext cx="1097280" cy="10972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0" y="4114800"/>
            <a:ext cx="1097280" cy="73152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4297680"/>
            <a:ext cx="73152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4114800"/>
            <a:ext cx="457200" cy="73152"/>
          </a:xfrm>
          <a:prstGeom prst="rect">
            <a:avLst/>
          </a:prstGeom>
          <a:solidFill>
            <a:srgbClr val="4A4E69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2026-08-30T01:03:57Z</dcterms:created>
  <dcterms:modified xsi:type="dcterms:W3CDTF">2026-08-30T01:03:57Z</dcterms:modified>
</cp:coreProperties>
</file>