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65760"/>
            <a:ext cx="783640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博弈论基础概念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65760" y="914400"/>
            <a:ext cx="78364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博弈论研究多个决策者相互作用时的策略选择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93192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9050">
            <a:solidFill>
              <a:srgbClr val="BEE3F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73152" cy="1463040"/>
          </a:xfrm>
          <a:prstGeom prst="rect">
            <a:avLst/>
          </a:prstGeom>
          <a:solidFill>
            <a:srgbClr val="D69E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5087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参与者 (Player)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201168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做出决策的主体，可以是个人、企业、国家等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480560" y="1371600"/>
            <a:ext cx="393192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9050">
            <a:solidFill>
              <a:srgbClr val="BEE3F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480560" y="1371600"/>
            <a:ext cx="73152" cy="1463040"/>
          </a:xfrm>
          <a:prstGeom prst="rect">
            <a:avLst/>
          </a:prstGeom>
          <a:solidFill>
            <a:srgbClr val="D69E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63440" y="15087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策略 (Strategy)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663440" y="201168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参与者可以选择的行动方案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108960"/>
            <a:ext cx="393192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9050">
            <a:solidFill>
              <a:srgbClr val="BEE3F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3108960"/>
            <a:ext cx="73152" cy="1463040"/>
          </a:xfrm>
          <a:prstGeom prst="rect">
            <a:avLst/>
          </a:prstGeom>
          <a:solidFill>
            <a:srgbClr val="D69E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32461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收益 (Payoff)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31520" y="374904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策略组合下参与者获得的结果或利益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480560" y="3108960"/>
            <a:ext cx="393192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9050">
            <a:solidFill>
              <a:srgbClr val="BEE3F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480560" y="3108960"/>
            <a:ext cx="73152" cy="1463040"/>
          </a:xfrm>
          <a:prstGeom prst="rect">
            <a:avLst/>
          </a:prstGeom>
          <a:solidFill>
            <a:srgbClr val="D69E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63440" y="32461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信息 (Information)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663440" y="374904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参与者对其他参与者及环境的认知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D69E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2026-08-26T00:36:15Z</dcterms:created>
  <dcterms:modified xsi:type="dcterms:W3CDTF">2026-08-26T00:36:15Z</dcterms:modified>
</cp:coreProperties>
</file>