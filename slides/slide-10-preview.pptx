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8567928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3716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69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2560320" y="1463040"/>
            <a:ext cx="54864" cy="9144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5" name="Text 3"/>
          <p:cNvSpPr/>
          <p:nvPr/>
        </p:nvSpPr>
        <p:spPr>
          <a:xfrm>
            <a:off x="2834640" y="137160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囚徒困境入门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83464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EE3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博弈论基础与经典模型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3474720"/>
            <a:ext cx="548640" cy="548640"/>
          </a:xfrm>
          <a:prstGeom prst="ellipse">
            <a:avLst/>
          </a:prstGeom>
          <a:solidFill>
            <a:srgbClr val="D69E2E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3840480"/>
            <a:ext cx="365760" cy="365760"/>
          </a:xfrm>
          <a:prstGeom prst="ellipse">
            <a:avLst/>
          </a:prstGeom>
          <a:solidFill>
            <a:srgbClr val="BEE3F8">
              <a:alpha val="3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4114800"/>
            <a:ext cx="274320" cy="274320"/>
          </a:xfrm>
          <a:prstGeom prst="ellipse">
            <a:avLst/>
          </a:prstGeom>
          <a:solidFill>
            <a:srgbClr val="2C5282">
              <a:alpha val="5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0" y="3200400"/>
            <a:ext cx="1097280" cy="1097280"/>
          </a:xfrm>
          <a:prstGeom prst="rect">
            <a:avLst>
              <a:gd name="adj" fmla="val 12500"/>
            </a:avLst>
          </a:prstGeom>
          <a:solidFill>
            <a:srgbClr val="D69E2E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98080" y="3931920"/>
            <a:ext cx="731520" cy="731520"/>
          </a:xfrm>
          <a:prstGeom prst="rect">
            <a:avLst>
              <a:gd name="adj" fmla="val 12500"/>
            </a:avLst>
          </a:prstGeom>
          <a:solidFill>
            <a:srgbClr val="BEE3F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5065776"/>
            <a:ext cx="8567928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14" name="Text 12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2026-08-26T00:55:07Z</dcterms:created>
  <dcterms:modified xsi:type="dcterms:W3CDTF">2026-08-26T00:55:07Z</dcterms:modified>
</cp:coreProperties>
</file>