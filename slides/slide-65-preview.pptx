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非物质激励的运用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8B0000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非物质激励：以成长、认可、自主、意义为核心的激励方式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——研究表明，这些往往是留住优秀人才的关键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743200"/>
            <a:ext cx="640080" cy="640080"/>
          </a:xfrm>
          <a:prstGeom prst="ellipse">
            <a:avLst/>
          </a:prstGeom>
          <a:solidFill>
            <a:srgbClr val="8B0000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公开表扬、奖项、荣誉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让努力被看见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5603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2743200"/>
            <a:ext cx="640080" cy="640080"/>
          </a:xfrm>
          <a:prstGeom prst="ellipse">
            <a:avLst/>
          </a:prstGeom>
          <a:solidFill>
            <a:srgbClr val="C0392B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77840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7784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清晰的职级通道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和管理/专业双轨制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886200"/>
            <a:ext cx="640080" cy="640080"/>
          </a:xfrm>
          <a:prstGeom prst="ellipse">
            <a:avLst/>
          </a:prstGeom>
          <a:solidFill>
            <a:srgbClr val="4A4A4A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培训、学习、挑战性任务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持续提升能力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7033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886200"/>
            <a:ext cx="640080" cy="640080"/>
          </a:xfrm>
          <a:prstGeom prst="ellipse">
            <a:avLst/>
          </a:prstGeom>
          <a:solidFill>
            <a:srgbClr val="BDC3C7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7784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7784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弹性工作、目标管理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信任与授权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2026-07-28T16:38:22Z</dcterms:created>
  <dcterms:modified xsi:type="dcterms:W3CDTF">2026-07-28T16:38:22Z</dcterms:modified>
</cp:coreProperties>
</file>