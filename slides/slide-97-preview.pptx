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练习：诊断激励时机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Interactive Exercise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回顾你所在组织的激励时机设计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14884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主要激励的周期是什么？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234440" y="246888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FAFAFA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2468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31720" y="246888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FAFAFA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31720" y="2468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29000" y="246888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FAFAFA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2468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26280" y="246888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FAFAFA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2468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23560" y="246888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FAFAFA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23560" y="2468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20840" y="246888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FAFAFA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2468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297180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34440" y="2926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是否存在激励延迟超过一个月的情况？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234440" y="329184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FAFAFA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34440" y="32918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23160" y="329184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FAFAFA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23160" y="32918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11880" y="329184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FAFAFA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11880" y="32918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不确定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1520" y="379476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34440" y="3749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哪些行为的激励反馈过于迟缓？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234440" y="4114800"/>
            <a:ext cx="7132320" cy="548640"/>
          </a:xfrm>
          <a:prstGeom prst="roundRect">
            <a:avLst>
              <a:gd name="adj" fmla="val 8333"/>
            </a:avLst>
          </a:prstGeom>
          <a:solidFill>
            <a:srgbClr val="FAFAFA"/>
          </a:solidFill>
          <a:ln w="12700">
            <a:solidFill>
              <a:srgbClr val="BDC3C7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417320" y="411480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请在此记录你的反思...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2026-07-28T16:40:08Z</dcterms:created>
  <dcterms:modified xsi:type="dcterms:W3CDTF">2026-07-28T16:40:08Z</dcterms:modified>
</cp:coreProperties>
</file>