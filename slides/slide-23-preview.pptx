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BEM环境因素矩阵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环境因素包含三个单元格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9164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1554480" cy="2743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员工是否知道如何做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知识、技能、方法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69164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337560"/>
            <a:ext cx="1554480" cy="2743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员工是否有足够的工具和时间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工具、设备、时间、预算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381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69164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636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3337560"/>
            <a:ext cx="1554480" cy="2743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激励是否指向正确行为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奖励、惩罚、认可 ← 本课程重点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BDC3C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BEM框架诊断顺序：先检查信息 → 再看资源 → 最后分析激励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2026-07-28T16:33:30Z</dcterms:created>
  <dcterms:modified xsi:type="dcterms:W3CDTF">2026-07-28T16:33:30Z</dcterms:modified>
</cp:coreProperties>
</file>