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280160"/>
            <a:ext cx="3291840" cy="3291840"/>
          </a:xfrm>
          <a:prstGeom prst="ellipse">
            <a:avLst/>
          </a:prstGeom>
          <a:solidFill>
            <a:srgbClr val="FFCDD2">
              <a:alpha val="60000"/>
            </a:srgbClr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C62828">
              <a:alpha val="90000"/>
            </a:srgbClr>
          </a:solidFill>
          <a:ln w="25400">
            <a:solidFill>
              <a:srgbClr val="C6282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931920" y="2286000"/>
            <a:ext cx="1280160" cy="128016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2860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32588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AI方案设计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52360" y="132588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关键考量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37947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规划方法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657600"/>
            <a:ext cx="164592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37947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434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量化指标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1828800"/>
            <a:ext cx="0" cy="9144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0" y="1828800"/>
            <a:ext cx="0" cy="9144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103120" y="3291840"/>
            <a:ext cx="0" cy="9144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400800" y="3291840"/>
            <a:ext cx="0" cy="9144"/>
          </a:xfrm>
          <a:prstGeom prst="line">
            <a:avLst/>
          </a:prstGeom>
          <a:noFill/>
          <a:ln w="19050">
            <a:solidFill>
              <a:srgbClr val="EF535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温故而知新：回顾重点，夯实AI方案设计能力基础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2026-08-06T04:31:38Z</dcterms:created>
  <dcterms:modified xsi:type="dcterms:W3CDTF">2026-08-06T04:31:38Z</dcterms:modified>
</cp:coreProperties>
</file>