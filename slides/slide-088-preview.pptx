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457200"/>
            <a:ext cx="45720" cy="43891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关键词脱稿练习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第二阶段：基于关键词的实战训练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265176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D90429">
              <a:alpha val="8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关键词提取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2560320"/>
            <a:ext cx="2286000" cy="13716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974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阅读辩题后，先自己列出5-8个核心关键词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不借助AI，独立完成关键词卡片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对比AI生成的关键词，找出差异点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2377440" cy="457200"/>
          </a:xfrm>
          <a:prstGeom prst="rect">
            <a:avLst/>
          </a:prstGeom>
          <a:solidFill>
            <a:srgbClr val="D90429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69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4251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建立独立抓取核心概念的能力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55848" y="141732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55848" y="1417320"/>
            <a:ext cx="265176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3538728" y="1600200"/>
            <a:ext cx="457200" cy="457200"/>
          </a:xfrm>
          <a:prstGeom prst="ellipse">
            <a:avLst/>
          </a:prstGeom>
          <a:solidFill>
            <a:srgbClr val="EF233C">
              <a:alpha val="8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38728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38728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记忆重构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38728" y="2560320"/>
            <a:ext cx="2286000" cy="13716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538728" y="26974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看完素材后，关闭所有AI工具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用自己的语言复述核心论点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标注记忆模糊的薄弱点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93008" y="4023360"/>
            <a:ext cx="2377440" cy="457200"/>
          </a:xfrm>
          <a:prstGeom prst="rect">
            <a:avLst/>
          </a:prstGeom>
          <a:solidFill>
            <a:srgbClr val="D90429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584448" y="4069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84448" y="4251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识别哪些内容尚未真正理解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08776" y="141732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1417320"/>
            <a:ext cx="265176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9" name="Shape 27"/>
          <p:cNvSpPr/>
          <p:nvPr/>
        </p:nvSpPr>
        <p:spPr>
          <a:xfrm>
            <a:off x="6391656" y="1600200"/>
            <a:ext cx="457200" cy="457200"/>
          </a:xfrm>
          <a:prstGeom prst="ellipse">
            <a:avLst/>
          </a:prstGeom>
          <a:solidFill>
            <a:srgbClr val="D90429">
              <a:alpha val="8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91656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91656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即兴脱稿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91656" y="2560320"/>
            <a:ext cx="2286000" cy="13716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91656" y="26974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只看关键词提示，不看完整稿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对着镜子或镜头即兴陈述3分钟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录音回放，评估流畅度与逻辑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45936" y="4023360"/>
            <a:ext cx="2377440" cy="457200"/>
          </a:xfrm>
          <a:prstGeom prst="rect">
            <a:avLst/>
          </a:prstGeom>
          <a:solidFill>
            <a:srgbClr val="D90429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37376" y="4069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37376" y="4251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脱离AI辅助也能清晰表达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754880"/>
            <a:ext cx="8138160" cy="27432"/>
          </a:xfrm>
          <a:prstGeom prst="rect">
            <a:avLst/>
          </a:prstGeom>
          <a:solidFill>
            <a:srgbClr val="8D99AE">
              <a:alpha val="2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472744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9" name="Shape 37"/>
          <p:cNvSpPr/>
          <p:nvPr/>
        </p:nvSpPr>
        <p:spPr>
          <a:xfrm>
            <a:off x="3108960" y="4727448"/>
            <a:ext cx="91440" cy="914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0" name="Shape 38"/>
          <p:cNvSpPr/>
          <p:nvPr/>
        </p:nvSpPr>
        <p:spPr>
          <a:xfrm>
            <a:off x="5715000" y="4727448"/>
            <a:ext cx="91440" cy="9144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726680" y="4727448"/>
            <a:ext cx="91440" cy="9144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/ 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732520" y="365760"/>
            <a:ext cx="27432" cy="4480560"/>
          </a:xfrm>
          <a:prstGeom prst="rect">
            <a:avLst/>
          </a:prstGeom>
          <a:solidFill>
            <a:srgbClr val="D90429">
              <a:alpha val="1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2026-07-25T12:55:35Z</dcterms:created>
  <dcterms:modified xsi:type="dcterms:W3CDTF">2026-07-25T12:55:35Z</dcterms:modified>
</cp:coreProperties>
</file>