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36576" cy="2377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破冰：为什么了解囚徒困境？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2743200" cy="36576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457200"/>
            <a:ext cx="3200400" cy="3200400"/>
          </a:xfrm>
          <a:prstGeom prst="ellipse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286000"/>
            <a:ext cx="1828800" cy="1828800"/>
          </a:xfrm>
          <a:prstGeom prst="ellipse">
            <a:avLst/>
          </a:prstGeom>
          <a:solidFill>
            <a:srgbClr val="D69E2E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2026-08-26T00:42:44Z</dcterms:created>
  <dcterms:modified xsi:type="dcterms:W3CDTF">2026-08-26T00:42:44Z</dcterms:modified>
</cp:coreProperties>
</file>