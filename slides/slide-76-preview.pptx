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 诊断卡：案例演示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8B0000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案例背景：某互联网公司技术团队，高手频繁离职，离职面谈反馈"没有成长空间"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诊断结果：激励组合雷达图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828800" cy="1645920"/>
          </a:xfrm>
          <a:prstGeom prst="roundRect">
            <a:avLst>
              <a:gd name="adj" fmla="val 2778"/>
            </a:avLst>
          </a:prstGeom>
          <a:solidFill>
            <a:srgbClr val="BDC3C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76272"/>
            <a:ext cx="1828800" cy="1481328"/>
          </a:xfrm>
          <a:prstGeom prst="roundRect">
            <a:avLst>
              <a:gd name="adj" fmla="val 3086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21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物质激励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011680"/>
            <a:ext cx="1828800" cy="1645920"/>
          </a:xfrm>
          <a:prstGeom prst="roundRect">
            <a:avLst>
              <a:gd name="adj" fmla="val 2778"/>
            </a:avLst>
          </a:prstGeom>
          <a:solidFill>
            <a:srgbClr val="BDC3C7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2340864"/>
            <a:ext cx="1828800" cy="1316736"/>
          </a:xfrm>
          <a:prstGeom prst="roundRect">
            <a:avLst>
              <a:gd name="adj" fmla="val 3472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3865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短期激励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1828800" cy="1645920"/>
          </a:xfrm>
          <a:prstGeom prst="roundRect">
            <a:avLst>
              <a:gd name="adj" fmla="val 2778"/>
            </a:avLst>
          </a:prstGeom>
          <a:solidFill>
            <a:srgbClr val="BDC3C7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275027"/>
            <a:ext cx="1828800" cy="1382573"/>
          </a:xfrm>
          <a:prstGeom prst="roundRect">
            <a:avLst>
              <a:gd name="adj" fmla="val 3307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32074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外部激励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2011680"/>
            <a:ext cx="1828800" cy="1645920"/>
          </a:xfrm>
          <a:prstGeom prst="roundRect">
            <a:avLst>
              <a:gd name="adj" fmla="val 2778"/>
            </a:avLst>
          </a:prstGeom>
          <a:solidFill>
            <a:srgbClr val="BDC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2176272"/>
            <a:ext cx="1828800" cy="1481328"/>
          </a:xfrm>
          <a:prstGeom prst="roundRect">
            <a:avLst>
              <a:gd name="adj" fmla="val 3086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221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通用激励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诊断：物质和短期激励过度，但长期激励和个性化发展严重缺失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BDC3C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709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引入技术专家通道（T系列）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470916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BDC3C7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4709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长期股权激励分4年兑现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470916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BDC3C7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4709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设立"挑战性任务"非物质激励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2026-07-28T16:38:23Z</dcterms:created>
  <dcterms:modified xsi:type="dcterms:W3CDTF">2026-07-28T16:38:23Z</dcterms:modified>
</cp:coreProperties>
</file>