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破冰场景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36576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8412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73152" cy="25603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情境设定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两位竞争对手公司的销售代表在行业会议上相遇。他们曾经是同事，彼此信任。现在他们正在谈判一个对双方都有利的合作项目……但每个人都知道，自己有动机暗中先下手为强，独自签下这笔订单。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2697480"/>
            <a:ext cx="640080" cy="6400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3017520"/>
            <a:ext cx="1097280" cy="0"/>
          </a:xfrm>
          <a:prstGeom prst="line">
            <a:avLst/>
          </a:prstGeom>
          <a:noFill/>
          <a:ln w="25400">
            <a:solidFill>
              <a:srgbClr val="D69E2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017520" y="2697480"/>
            <a:ext cx="640080" cy="64008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3383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曾经的信任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260604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BEE3F8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2697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各自的动机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抢先签约，独享收益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794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你会怎么做？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2026-08-26T00:43:41Z</dcterms:created>
  <dcterms:modified xsi:type="dcterms:W3CDTF">2026-08-26T00:43:41Z</dcterms:modified>
</cp:coreProperties>
</file>