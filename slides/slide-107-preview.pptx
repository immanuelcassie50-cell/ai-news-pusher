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69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总结篇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3931920" y="1097280"/>
            <a:ext cx="36576" cy="201168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4" name="Text 2"/>
          <p:cNvSpPr/>
          <p:nvPr/>
        </p:nvSpPr>
        <p:spPr>
          <a:xfrm>
            <a:off x="4206240" y="11887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回顾与行动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206240" y="1920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核心要点与实践规划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3200400"/>
            <a:ext cx="2011680" cy="2011680"/>
          </a:xfrm>
          <a:prstGeom prst="ellipse">
            <a:avLst/>
          </a:prstGeom>
          <a:solidFill>
            <a:srgbClr val="D69E2E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3474720"/>
            <a:ext cx="1371600" cy="1371600"/>
          </a:xfrm>
          <a:prstGeom prst="ellipse">
            <a:avLst/>
          </a:prstGeom>
          <a:solidFill>
            <a:srgbClr val="BEE3F8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2026-08-26T00:35:56Z</dcterms:created>
  <dcterms:modified xsi:type="dcterms:W3CDTF">2026-08-26T00:35:56Z</dcterms:modified>
</cp:coreProperties>
</file>