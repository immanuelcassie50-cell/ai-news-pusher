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01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01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注意力是什么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本质与机制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4602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460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管理注意力三步法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61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聚焦、保持、切换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4518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518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日常训练技巧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67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随时随地练专注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22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额外内容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2个互动环节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课程转化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3840480"/>
            <a:ext cx="1371600" cy="1371600"/>
          </a:xfrm>
          <a:prstGeom prst="ellipse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114800"/>
            <a:ext cx="731520" cy="731520"/>
          </a:xfrm>
          <a:prstGeom prst="ellipse">
            <a:avLst/>
          </a:prstGeom>
          <a:solidFill>
            <a:srgbClr val="9A8C9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2026-08-30T01:03:12Z</dcterms:created>
  <dcterms:modified xsi:type="dcterms:W3CDTF">2026-08-30T01:03:12Z</dcterms:modified>
</cp:coreProperties>
</file>