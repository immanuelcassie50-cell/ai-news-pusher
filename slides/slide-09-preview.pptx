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7836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什么是囚徒困境？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A365D">
              <a:alpha val="90000"/>
            </a:srgbClr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形式化定义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两个个体追求各自利益最大化，导致双方结果都比合作更差的一种非零和博弈情境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18288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46888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两个理性的决策者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22860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2286000"/>
            <a:ext cx="18288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46888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611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合作或背叛两种选择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18288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257800" y="246888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611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每个组合对应不同结果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22860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EE3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2286000"/>
            <a:ext cx="18288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246888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36118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双方不知道对方的选择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2026-08-26T00:55:07Z</dcterms:created>
  <dcterms:modified xsi:type="dcterms:W3CDTF">2026-08-26T00:55:07Z</dcterms:modified>
</cp:coreProperties>
</file>