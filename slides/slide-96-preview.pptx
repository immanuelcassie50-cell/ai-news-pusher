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绩效管理AI工具一览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548640" cy="548640"/>
          </a:xfrm>
          <a:prstGeom prst="ellipse">
            <a:avLst/>
          </a:prstGeom>
          <a:solidFill>
            <a:srgbClr val="EF5350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320040"/>
            <a:ext cx="365760" cy="365760"/>
          </a:xfrm>
          <a:prstGeom prst="ellipse">
            <a:avLst/>
          </a:prstGeom>
          <a:solidFill>
            <a:srgbClr val="FFCDD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515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51560"/>
            <a:ext cx="73152" cy="1463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822960" cy="82296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00200" y="1325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173736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OKR/KPI智能分解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73152" cy="1463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4720" y="1371600"/>
            <a:ext cx="822960" cy="82296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0" y="1325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173736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自动化绩效数据收集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0515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051560"/>
            <a:ext cx="73152" cy="1463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371600"/>
            <a:ext cx="822960" cy="82296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78040" y="13258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分析评估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173736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AI驱动的绩效分析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6974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2697480"/>
            <a:ext cx="73152" cy="1463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017520"/>
            <a:ext cx="822960" cy="82296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600200" y="29718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反馈建议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33832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实时反馈与改进建议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6974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2697480"/>
            <a:ext cx="73152" cy="1463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Shape 30"/>
          <p:cNvSpPr/>
          <p:nvPr/>
        </p:nvSpPr>
        <p:spPr>
          <a:xfrm>
            <a:off x="3474720" y="3017520"/>
            <a:ext cx="822960" cy="82296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389120" y="29718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人才盘点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89120" y="33832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潜力评估与人才地图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26974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697480"/>
            <a:ext cx="73152" cy="1463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3640" y="3017520"/>
            <a:ext cx="822960" cy="82296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78040" y="29718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338328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绩效趋势与风险预警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3977640"/>
            <a:ext cx="8138160" cy="960120"/>
          </a:xfrm>
          <a:prstGeom prst="rect">
            <a:avLst/>
          </a:prstGeom>
          <a:solidFill>
            <a:srgbClr val="C62828">
              <a:alpha val="92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069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45" name="Text 43"/>
          <p:cNvSpPr/>
          <p:nvPr/>
        </p:nvSpPr>
        <p:spPr>
          <a:xfrm>
            <a:off x="118872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2103120" y="4434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91840" y="443484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48" name="Text 46"/>
          <p:cNvSpPr/>
          <p:nvPr/>
        </p:nvSpPr>
        <p:spPr>
          <a:xfrm>
            <a:off x="384048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4754880" y="4434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成本降低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43600" y="443484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51" name="Text 49"/>
          <p:cNvSpPr/>
          <p:nvPr/>
        </p:nvSpPr>
        <p:spPr>
          <a:xfrm>
            <a:off x="649224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406640" y="4434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精度提高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2026-08-06T04:28:49Z</dcterms:created>
  <dcterms:modified xsi:type="dcterms:W3CDTF">2026-08-06T04:28:49Z</dcterms:modified>
</cp:coreProperties>
</file>