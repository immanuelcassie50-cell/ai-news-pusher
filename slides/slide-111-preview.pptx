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23B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2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实战审辨流程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综合应用所有审辨技能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286000" cy="36576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2026-07-22T11:45:34Z</dcterms:created>
  <dcterms:modified xsi:type="dcterms:W3CDTF">2026-07-22T11:45:34Z</dcterms:modified>
</cp:coreProperties>
</file>