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互动公平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执行过程是否尊重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618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管理者与员工互动时是否尊重、礼貌、考虑尊严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四个要素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920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尊重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21488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对员工的基本尊重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623560" y="155448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1920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礼貌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40680" y="21488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沟通方式的专业性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75120" y="155448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1920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考虑尊严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1488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避免公开批评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726680" y="155448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35240" y="1920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43800" y="21488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理解员工的感受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反面案例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2560320"/>
            <a:ext cx="3931920" cy="384048"/>
          </a:xfrm>
          <a:prstGeom prst="roundRect">
            <a:avLst>
              <a:gd name="adj" fmla="val 11905"/>
            </a:avLst>
          </a:prstGeom>
          <a:solidFill>
            <a:srgbClr val="C0392B">
              <a:alpha val="1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2615184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26151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" y="25603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公开场合批评员工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017520"/>
            <a:ext cx="3931920" cy="384048"/>
          </a:xfrm>
          <a:prstGeom prst="roundRect">
            <a:avLst>
              <a:gd name="adj" fmla="val 11905"/>
            </a:avLst>
          </a:prstGeom>
          <a:solidFill>
            <a:srgbClr val="C0392B">
              <a:alpha val="1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072384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0723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0120" y="30175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用施舍态度给予奖励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474720"/>
            <a:ext cx="3931920" cy="384048"/>
          </a:xfrm>
          <a:prstGeom prst="roundRect">
            <a:avLst>
              <a:gd name="adj" fmla="val 11905"/>
            </a:avLst>
          </a:prstGeom>
          <a:solidFill>
            <a:srgbClr val="C0392B">
              <a:alpha val="1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3529584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529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0120" y="34747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忽视员工的合理诉求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0" y="256032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5488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互动公平是执行层面的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5488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"最后一公里"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4754880" y="3977640"/>
            <a:ext cx="3749040" cy="18288"/>
          </a:xfrm>
          <a:prstGeom prst="rect">
            <a:avLst/>
          </a:prstGeom>
          <a:solidFill>
            <a:srgbClr val="BDC3C7">
              <a:alpha val="5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再好的分配方案，如果执行时态度不当，也会引发员工不满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434840"/>
            <a:ext cx="8229600" cy="137160"/>
          </a:xfrm>
          <a:prstGeom prst="roundRect">
            <a:avLst>
              <a:gd name="adj" fmla="val 33333"/>
            </a:avLst>
          </a:prstGeom>
          <a:solidFill>
            <a:srgbClr val="BDC3C7"/>
          </a:solidFill>
          <a:ln/>
        </p:spPr>
      </p:sp>
      <p:sp>
        <p:nvSpPr>
          <p:cNvPr id="45" name="Shape 4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2026-07-28T16:42:26Z</dcterms:created>
  <dcterms:modified xsi:type="dcterms:W3CDTF">2026-07-28T16:42:26Z</dcterms:modified>
</cp:coreProperties>
</file>