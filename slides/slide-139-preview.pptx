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54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踩油门vs刹车决策框架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B54A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9844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98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踩油门时机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加速变革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组织耐受度高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变革动力充足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阻力信号可控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8872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B54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B5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29844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298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5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406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刹车时机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暂缓变革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2194560"/>
            <a:ext cx="365760" cy="365760"/>
          </a:xfrm>
          <a:prstGeom prst="ellipse">
            <a:avLst/>
          </a:prstGeom>
          <a:solidFill>
            <a:srgbClr val="FFEBE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3212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组织耐受度低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29200" y="3017520"/>
            <a:ext cx="365760" cy="365760"/>
          </a:xfrm>
          <a:prstGeom prst="ellipse">
            <a:avLst/>
          </a:prstGeom>
          <a:solidFill>
            <a:srgbClr val="FFEBEE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321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阻力信号强烈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0" y="3840480"/>
            <a:ext cx="365760" cy="365760"/>
          </a:xfrm>
          <a:prstGeom prst="ellipse">
            <a:avLst/>
          </a:prstGeom>
          <a:solidFill>
            <a:srgbClr val="FFEBEE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3212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需要修复共识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8229600" cy="27432"/>
          </a:xfrm>
          <a:prstGeom prst="rect">
            <a:avLst/>
          </a:prstGeom>
          <a:solidFill>
            <a:srgbClr val="D4D4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2026-08-09T01:54:37Z</dcterms:created>
  <dcterms:modified xsi:type="dcterms:W3CDTF">2026-08-09T01:54:37Z</dcterms:modified>
</cp:coreProperties>
</file>