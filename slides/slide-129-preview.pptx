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案例：完整审辨分析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Full Analysis Walkthrough #2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4A556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分析场景：市场预测报告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事实核查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数据来源是否可靠？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逻辑检验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因果关系是否成立？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假设审视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前提假设是否成立？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视角识别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立场是否影响结论？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977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不确定性是否被低估？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12801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AFA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1280160"/>
            <a:ext cx="73152" cy="2011680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预测模型基于的历史数据覆盖不完整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忽略了三个关键的反事实因素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置信区间被过度压缩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C23B3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结论形成过程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通过五维审辨，发现报告过度自信，建议重新校准模型参数并补充不确定性说明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7772400" cy="411480"/>
          </a:xfrm>
          <a:prstGeom prst="roundRect">
            <a:avLst>
              <a:gd name="adj" fmla="val 17778"/>
            </a:avLst>
          </a:prstGeom>
          <a:solidFill>
            <a:srgbClr val="4A5568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57200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启示：完整审辨分析需要系统性地走过每一步，而不是凭直觉下结论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2026-07-22T11:49:50Z</dcterms:created>
  <dcterms:modified xsi:type="dcterms:W3CDTF">2026-07-22T11:49:50Z</dcterms:modified>
</cp:coreProperties>
</file>