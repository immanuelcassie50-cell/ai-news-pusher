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0" b="1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从风险偏好的翻译，到家长沟通的智慧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27432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solidFill>
            <a:srgbClr val="EF233C">
              <a:alpha val="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1188720"/>
            <a:ext cx="13716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2026-08-02T01:35:49Z</dcterms:created>
  <dcterms:modified xsi:type="dcterms:W3CDTF">2026-08-02T01:35:49Z</dcterms:modified>
</cp:coreProperties>
</file>