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课程进度回顾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Progress Review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828800" cy="27432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08760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54864" cy="621792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636776"/>
            <a:ext cx="365760" cy="36576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636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5819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17830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因果链条审辨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783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Chain Analysis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33272" y="2130552"/>
            <a:ext cx="36576" cy="109728"/>
          </a:xfrm>
          <a:prstGeom prst="rect">
            <a:avLst/>
          </a:prstGeom>
          <a:solidFill>
            <a:srgbClr val="718096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240280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240280"/>
            <a:ext cx="54864" cy="621792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2368296"/>
            <a:ext cx="365760" cy="36576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368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23134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25146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过度自信识别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77840" y="2514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Overconfidence Recognition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33272" y="2862072"/>
            <a:ext cx="36576" cy="109728"/>
          </a:xfrm>
          <a:prstGeom prst="rect">
            <a:avLst/>
          </a:prstGeom>
          <a:solidFill>
            <a:srgbClr val="718096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2971800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2971800"/>
            <a:ext cx="54864" cy="621792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3099816"/>
            <a:ext cx="365760" cy="36576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099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30449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32461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事实与观点分离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77840" y="32461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vs Opinion Separation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33272" y="3593592"/>
            <a:ext cx="36576" cy="109728"/>
          </a:xfrm>
          <a:prstGeom prst="rect">
            <a:avLst/>
          </a:prstGeom>
          <a:solidFill>
            <a:srgbClr val="718096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3703320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3703320"/>
            <a:ext cx="54864" cy="621792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32" name="Shape 30"/>
          <p:cNvSpPr/>
          <p:nvPr/>
        </p:nvSpPr>
        <p:spPr>
          <a:xfrm>
            <a:off x="868680" y="3831336"/>
            <a:ext cx="365760" cy="36576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38313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71600" y="37764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71600" y="39776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确认偏误与AI谄媚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577840" y="3977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Bias &amp; AI Sycophancy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33272" y="4325112"/>
            <a:ext cx="36576" cy="109728"/>
          </a:xfrm>
          <a:prstGeom prst="rect">
            <a:avLst/>
          </a:prstGeom>
          <a:solidFill>
            <a:srgbClr val="718096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0080" y="4434840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0080" y="4434840"/>
            <a:ext cx="54864" cy="621792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40" name="Shape 38"/>
          <p:cNvSpPr/>
          <p:nvPr/>
        </p:nvSpPr>
        <p:spPr>
          <a:xfrm>
            <a:off x="868680" y="4562856"/>
            <a:ext cx="365760" cy="36576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4562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371600" y="45079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371600" y="47091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实战审辨流程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577840" y="47091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Critical Analysis Process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046720" y="1371600"/>
            <a:ext cx="822960" cy="822960"/>
          </a:xfrm>
          <a:prstGeom prst="ellipse">
            <a:avLst/>
          </a:prstGeom>
          <a:solidFill>
            <a:srgbClr val="C23B3B">
              <a:alpha val="1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04672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2026-07-22T11:49:50Z</dcterms:created>
  <dcterms:modified xsi:type="dcterms:W3CDTF">2026-07-22T11:49:50Z</dcterms:modified>
</cp:coreProperties>
</file>