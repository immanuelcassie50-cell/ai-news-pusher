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0" dirty="0">
                <a:solidFill>
                  <a:srgbClr val="FFFFFF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097280" y="731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激励无完美，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设计有章法。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理解激励类型的本质，才能设计出真正有效的激励方案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物质是基础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49040" y="30175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非物质是关键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30175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⚖️ 平衡是艺术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3977640"/>
            <a:ext cx="36576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4：激励失效的常见原因与对策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