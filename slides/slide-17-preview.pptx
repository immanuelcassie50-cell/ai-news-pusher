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囚徒困境的四个特征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393192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280160"/>
            <a:ext cx="548640" cy="548640"/>
          </a:xfrm>
          <a:prstGeom prst="ellipse">
            <a:avLst/>
          </a:prstGeom>
          <a:solidFill>
            <a:srgbClr val="1A365D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2801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371600" y="128016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利益冲突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371600" y="169164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BEE3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Conflicting Interests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85800" y="214884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个人利益与集体利益不一致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754880" y="1051560"/>
            <a:ext cx="393192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983480" y="1280160"/>
            <a:ext cx="548640" cy="548640"/>
          </a:xfrm>
          <a:prstGeom prst="ellipse">
            <a:avLst/>
          </a:prstGeom>
          <a:solidFill>
            <a:srgbClr val="C53030"/>
          </a:solidFill>
          <a:ln/>
        </p:spPr>
      </p:sp>
      <p:sp>
        <p:nvSpPr>
          <p:cNvPr id="12" name="Text 10"/>
          <p:cNvSpPr/>
          <p:nvPr/>
        </p:nvSpPr>
        <p:spPr>
          <a:xfrm>
            <a:off x="4983480" y="12801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5669280" y="128016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背叛诱惑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669280" y="169164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BEE3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Temptation to Betray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983480" y="214884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背叛总能带来短期收益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2926080"/>
            <a:ext cx="393192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85800" y="3154680"/>
            <a:ext cx="548640" cy="548640"/>
          </a:xfrm>
          <a:prstGeom prst="ellipse">
            <a:avLst/>
          </a:prstGeom>
          <a:solidFill>
            <a:srgbClr val="2C5282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" y="31546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371600" y="315468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重复互动缺失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371600" y="356616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BEE3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Repeated Interaction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85800" y="402336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一次性博弈，无法建立信任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754880" y="2926080"/>
            <a:ext cx="393192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983480" y="3154680"/>
            <a:ext cx="548640" cy="548640"/>
          </a:xfrm>
          <a:prstGeom prst="ellipse">
            <a:avLst/>
          </a:prstGeom>
          <a:solidFill>
            <a:srgbClr val="C05621"/>
          </a:solidFill>
          <a:ln/>
        </p:spPr>
      </p:sp>
      <p:sp>
        <p:nvSpPr>
          <p:cNvPr id="24" name="Text 22"/>
          <p:cNvSpPr/>
          <p:nvPr/>
        </p:nvSpPr>
        <p:spPr>
          <a:xfrm>
            <a:off x="4983480" y="31546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5669280" y="315468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C0562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信息不对称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5669280" y="356616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BEE3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Information Asymmetry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983480" y="402336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不知道对方会如何选择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D69E2E"/>
          </a:solidFill>
          <a:ln/>
        </p:spPr>
      </p:sp>
      <p:sp>
        <p:nvSpPr>
          <p:cNvPr id="29" name="Text 27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2026-08-26T00:45:01Z</dcterms:created>
  <dcterms:modified xsi:type="dcterms:W3CDTF">2026-08-26T00:45:01Z</dcterms:modified>
</cp:coreProperties>
</file>