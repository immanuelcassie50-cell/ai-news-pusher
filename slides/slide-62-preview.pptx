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困境的后果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个体理性导致集体非理性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囚徒困境的核心悖论：每个人都做最优选择，但整体结果是最差的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合作瓦解与信任崩塌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背叛行为一旦出现，会引发连锁反应，导致合作关系破裂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64408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劣币驱逐良币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背叛者获益会激励更多背叛，最终导致市场或关系质量下降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陷入低效均衡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572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一旦进入囚徒困境均衡，很难自发跳出，需要外部干预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