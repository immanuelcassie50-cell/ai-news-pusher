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练习：诊断你的激励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用Module 3的框架，诊断你最近设计的一项激励措施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  反思问题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激励方向是否与目标对齐？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45059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思考：激励的目的是什么？与组织战略一致吗？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80160" y="2816352"/>
            <a:ext cx="694944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88036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是否存在"伪激励"特征？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22783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思考：表扬是否流于形式？惩罚是否治标不治本？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80160" y="3593592"/>
            <a:ext cx="694944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657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是否实现了激励相容？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00507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思考：个人追求与组织利益能否共赢？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BDC3C7">
              <a:alpha val="5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提示：真实的案例反思比理论学习更有效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2026-07-28T16:29:40Z</dcterms:created>
  <dcterms:modified xsi:type="dcterms:W3CDTF">2026-07-28T16:29:40Z</dcterms:modified>
</cp:coreProperties>
</file>