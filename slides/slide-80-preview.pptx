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持续优化与迭代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777240"/>
            <a:ext cx="640080" cy="6400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" name="Text 3"/>
          <p:cNvSpPr/>
          <p:nvPr/>
        </p:nvSpPr>
        <p:spPr>
          <a:xfrm>
            <a:off x="4251960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15000" y="2240280"/>
            <a:ext cx="640080" cy="6400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分析问题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51960" y="3703320"/>
            <a:ext cx="640080" cy="6400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制定方案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240280"/>
            <a:ext cx="640080" cy="6400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验证效果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828800"/>
            <a:ext cx="1463040" cy="1463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1560" y="1188720"/>
            <a:ext cx="2926080" cy="5029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1188720"/>
            <a:ext cx="4572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小步快跑，快速试错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1560" y="1965960"/>
            <a:ext cx="2926080" cy="5029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1965960"/>
            <a:ext cx="4572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每轮迭代都要有明确目标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18872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1188720"/>
            <a:ext cx="2331720" cy="5029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1188720"/>
            <a:ext cx="4572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1188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60720" y="19659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1965960"/>
            <a:ext cx="2331720" cy="50292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55080" y="1965960"/>
            <a:ext cx="4572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965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持续复盘与优化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优化不是一次性动作，而是持续的习惯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2026-08-06T03:25:25Z</dcterms:created>
  <dcterms:modified xsi:type="dcterms:W3CDTF">2026-08-06T03:25:25Z</dcterms:modified>
</cp:coreProperties>
</file>