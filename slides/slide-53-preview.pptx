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气候变化博弈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全球气候行动：一个巨型囚徒困境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国家决策困境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65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减排成本由本国承担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441448"/>
            <a:ext cx="137160" cy="1371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50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减排收益由全球共享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25496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340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他国不减排 = 本国减排白费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209544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181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他国减排 = 本国可搭便车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3931920" cy="21945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600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011680"/>
            <a:ext cx="1645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国家利益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短期经济利益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竞争相对优势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2560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011680"/>
            <a:ext cx="164592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全球利益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长期气候安全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集体行动困境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巴黎协定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各国承诺减排，但执行力度不一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碳边境税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试图解决搭便车问题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历史排放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发达国家vs发展中国家的责任分歧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2026-08-26T01:09:24Z</dcterms:created>
  <dcterms:modified xsi:type="dcterms:W3CDTF">2026-08-26T01:09:24Z</dcterms:modified>
</cp:coreProperties>
</file>