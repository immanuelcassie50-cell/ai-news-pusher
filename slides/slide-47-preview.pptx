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职场中的囚徒困境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加班博弈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同事都在加班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你正常工作按时下班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跟随加班避免落后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429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内卷陷阱：努力程度螺旋上升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51560"/>
            <a:ext cx="265176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告密困境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发现同事犯错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上报 = 得罪同事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不报 = 共同承担风险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3756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429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 vs 自保的两难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搭便车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1645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团队项目中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付出额外努力 vs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依赖他人完成工作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429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贡献与回报的不对等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2026-08-26T01:09:24Z</dcterms:created>
  <dcterms:modified xsi:type="dcterms:W3CDTF">2026-08-26T01:09:24Z</dcterms:modified>
</cp:coreProperties>
</file>