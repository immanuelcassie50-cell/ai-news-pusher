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1463040"/>
          </a:xfrm>
          <a:prstGeom prst="roundRect">
            <a:avLst>
              <a:gd name="adj" fmla="val 9375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 ≠ 集体最优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纳什均衡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063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(背叛, 背叛)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是稳定的 —— 一旦陷入，没有人愿意单方面改变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但不是最优的 —— 双方合作可以得到更好的结果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BEE3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稳定不一定最优，突破困境需要信任与制度设计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2026-08-26T00:45:01Z</dcterms:created>
  <dcterms:modified xsi:type="dcterms:W3CDTF">2026-08-26T00:45:01Z</dcterms:modified>
</cp:coreProperties>
</file>