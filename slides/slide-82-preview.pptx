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练习3-C：AI时代的激励设计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8B0000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14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任务：分析以下AI激励工具的利弊，设计一个结合AI与人的激励方案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智能积分排名系统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优势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实时排名、团队PK、自动积分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即时反馈，激励可视化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过度竞争、刷分行为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形式主义、为排名而工作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874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AI个性化激励推荐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2240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优势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因人而异推荐激励组合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预测流失风险，提前干预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154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隐私边界模糊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算法黑箱，透明度不足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设计任务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设计一个结合AI工具与人文判断的激励方案，解决以下问题：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"如何让Z世代员工既有成长感，又有归属感？"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2026-07-28T16:38:24Z</dcterms:created>
  <dcterms:modified xsi:type="dcterms:W3CDTF">2026-07-28T16:38:24Z</dcterms:modified>
</cp:coreProperties>
</file>