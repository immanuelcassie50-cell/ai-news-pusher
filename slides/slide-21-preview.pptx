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Era Distortion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AI时代的激励扭曲（二）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数据造假风险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Falsification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当AI评估结果时，存在篡改数据的动机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657600" cy="1463040"/>
          </a:xfrm>
          <a:prstGeom prst="roundRect">
            <a:avLst>
              <a:gd name="adj" fmla="val 3750"/>
            </a:avLst>
          </a:prstGeom>
          <a:solidFill>
            <a:srgbClr val="BDC3C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销售数据被「优化」以获得更高的AI绩效评分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AI依赖症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Over-reliance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员工过度依赖AI决策，丧失独立判断能力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BDC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员工机械执行AI建议，即使明显不合理也不敢质疑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你组织中，AI是工具还是老板？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2026-07-28T16:32:04Z</dcterms:created>
  <dcterms:modified xsi:type="dcterms:W3CDTF">2026-07-28T16:32:04Z</dcterms:modified>
</cp:coreProperties>
</file>