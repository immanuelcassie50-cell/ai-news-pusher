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制度与经济发展的关系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18288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1783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诺斯悖论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制度是经济增长的关键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但国家又是制度的来源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国家可能扭曲制度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73152" cy="17830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路径依赖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初始制度选择影响长期发展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锁定效应与制度变迁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案例对比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20440"/>
            <a:ext cx="2651760" cy="54864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英国普通法传统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更强产权保护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520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3520440"/>
            <a:ext cx="2651760" cy="54864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法国大陆法传统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国家干预更多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520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520440"/>
            <a:ext cx="2651760" cy="54864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产权保护程度与经济发展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正相关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2026-08-26T00:47:40Z</dcterms:created>
  <dcterms:modified xsi:type="dcterms:W3CDTF">2026-08-26T00:47:40Z</dcterms:modified>
</cp:coreProperties>
</file>