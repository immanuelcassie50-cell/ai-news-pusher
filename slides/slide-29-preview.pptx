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一报还一报的实验验证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D69E2E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罗伯特·阿克塞尔罗德 (Robert Axelrod) 的计算机 tournaments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886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 tournament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参赛者：</a:t>
            </a:r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15位学者提交策略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TFT 获胜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</a:t>
            </a:r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简单策略击败复杂策略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2194560"/>
            <a:ext cx="38862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第二次 tournament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69748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参赛者：</a:t>
            </a:r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62位学者提交策略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</a:t>
            </a:r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TFT 再次获胜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意义：</a:t>
            </a:r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证明了 TFT 的稳健性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45720" cy="4572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886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关键发现：最成功的策略往往是最简单、最清晰的策略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2026-08-26T00:41:40Z</dcterms:created>
  <dcterms:modified xsi:type="dcterms:W3CDTF">2026-08-26T00:41:40Z</dcterms:modified>
</cp:coreProperties>
</file>