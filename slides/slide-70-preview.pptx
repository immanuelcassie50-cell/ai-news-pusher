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长期激励设计原则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71800" y="11887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297180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愿景使命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让员工感受工作的意义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783080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清晰的成长路径和晋升通道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2377440"/>
            <a:ext cx="5943600" cy="502920"/>
          </a:xfrm>
          <a:prstGeom prst="roundRect">
            <a:avLst>
              <a:gd name="adj" fmla="val 9091"/>
            </a:avLst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377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股权期权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517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长期利益绑定，主人翁意识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BDC3C7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荣誉认可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32461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持续的非物质激励支撑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长期激励设计要点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20624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分阶段兑现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股权/期权分4年兑现，避免一次性给完人就流失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4114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420624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目标挂钩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长期激励与关键业绩指标绑定，避免躺平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4114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BDC3C7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420624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根据公司发展和个人表现定期校准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2026-07-28T16:38:23Z</dcterms:created>
  <dcterms:modified xsi:type="dcterms:W3CDTF">2026-07-28T16:38:23Z</dcterms:modified>
</cp:coreProperties>
</file>