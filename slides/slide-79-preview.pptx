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某科技公司的非物质激励实践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某AI创业公司，创始团队希望用"情怀"留住技术人才，承诺"改变世界"，但核心工程师仍被大厂高薪挖走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做对的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560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技术大牛有独立研究时间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开放API给员工练手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内部技术分享文化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弹性工作制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148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40233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5603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清晰的职级晋升标准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0175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与市场接轨的薪酬竞争力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474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可见的成长路径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931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长期利益绑定（股权）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BDC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教训：非物质激励不能替代物质激励的基本需求——"情怀"要有，但"画饼"不能当饭吃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2026-07-28T16:38:24Z</dcterms:created>
  <dcterms:modified xsi:type="dcterms:W3CDTF">2026-07-28T16:38:24Z</dcterms:modified>
</cp:coreProperties>
</file>