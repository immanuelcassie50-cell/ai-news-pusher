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四种激励错位类型总结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60320" y="10058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0" y="10058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典型表现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82296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69164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916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奖励抑制型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0" y="16002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奖励了错误行为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16002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追求数量牺牲质量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8229600" cy="685800"/>
          </a:xfrm>
          <a:prstGeom prst="rect">
            <a:avLst/>
          </a:prstGeom>
          <a:solidFill>
            <a:srgbClr val="BDC3C7">
              <a:alpha val="5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46888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468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惩罚抑制型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0" y="23774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过度惩罚创新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0" y="23774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规避风险不作为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82296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24612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246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表演激励型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560320" y="31546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激励表面行为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0" y="31546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做给领导/系统看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solidFill>
            <a:srgbClr val="BDC3C7">
              <a:alpha val="5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402336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023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延迟衰减型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560320" y="39319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反馈周期太长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0" y="39319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无法关联行为与结果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4709160"/>
            <a:ext cx="8229600" cy="27432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诊断提示：同一种激励错位可能同时存在多种类型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2026-07-28T16:33:30Z</dcterms:created>
  <dcterms:modified xsi:type="dcterms:W3CDTF">2026-07-28T16:33:30Z</dcterms:modified>
</cp:coreProperties>
</file>