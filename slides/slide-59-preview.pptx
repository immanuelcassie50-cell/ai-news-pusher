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市场进入博弈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在位者 vs 新进入者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2860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600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在位者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策略：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战斗（价格战）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或接受（分市场份额）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0" y="20116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2860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600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新进入者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20116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策略：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进入（争夺市场）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或退出（保持利润）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1463040"/>
            <a:ext cx="2743200" cy="1463040"/>
          </a:xfrm>
          <a:prstGeom prst="rect">
            <a:avLst/>
          </a:prstGeom>
          <a:solidFill>
            <a:srgbClr val="BEE3F8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1554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博弈结果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35040" y="19202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进入+战斗 -&gt; 双输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进入+接受 -&gt; 分享利润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退出 -&gt; 在位者独享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四种可能结果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2011680" cy="11887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611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退出 + 接受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0233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和平共处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各自保持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06040" y="3520440"/>
            <a:ext cx="2011680" cy="11887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0" name="Text 18"/>
          <p:cNvSpPr/>
          <p:nvPr/>
        </p:nvSpPr>
        <p:spPr>
          <a:xfrm>
            <a:off x="2606040" y="3611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 + 接受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06040" y="40233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分享市场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竞争温和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3520440"/>
            <a:ext cx="2011680" cy="1188720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3611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退出 + 战斗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40233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不现实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03720" y="3520440"/>
            <a:ext cx="2011680" cy="118872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6" name="Text 24"/>
          <p:cNvSpPr/>
          <p:nvPr/>
        </p:nvSpPr>
        <p:spPr>
          <a:xfrm>
            <a:off x="6903720" y="3611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 + 战斗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03720" y="40233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两败俱伤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D69E2E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2026-08-26T01:09:25Z</dcterms:created>
  <dcterms:modified xsi:type="dcterms:W3CDTF">2026-08-26T01:09:25Z</dcterms:modified>
</cp:coreProperties>
</file>