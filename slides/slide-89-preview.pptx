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激励时机为何重要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及时反馈的心理学基础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即时反馈效应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当行为与反馈的时间间隔超过500ms，反馈效果下降60%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行为塑造原理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奖励越接近目标行为，强化效果越强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案例：销售团队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即时佣金 vs 年度奖金效果差异显著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关键洞察：延迟激励往往变成「延迟惩罚」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137160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反馈延迟与效果衰减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920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2194560"/>
            <a:ext cx="0" cy="219456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4389120"/>
            <a:ext cx="2743200" cy="0"/>
          </a:xfrm>
          <a:prstGeom prst="line">
            <a:avLst/>
          </a:prstGeom>
          <a:noFill/>
          <a:ln w="12700">
            <a:solidFill>
              <a:srgbClr val="4A4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434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2286000"/>
            <a:ext cx="502920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3317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4434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20840" y="3547872"/>
            <a:ext cx="502920" cy="84124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5935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4434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3968496"/>
            <a:ext cx="502920" cy="42062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401421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4434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92440" y="4279392"/>
            <a:ext cx="502920" cy="109728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43251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-95%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92440" y="44348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效果快速衰减 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20840" y="2194560"/>
            <a:ext cx="0" cy="21945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537960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临界点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2026-07-28T16:34:06Z</dcterms:created>
  <dcterms:modified xsi:type="dcterms:W3CDTF">2026-07-28T16:34:06Z</dcterms:modified>
</cp:coreProperties>
</file>