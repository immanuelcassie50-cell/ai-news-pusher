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为何这些困境持续存在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0" cy="868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缺乏明确产权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公共资源无法被个人有效控制，导致过度使用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188720"/>
            <a:ext cx="2834640" cy="59436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234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例如：公海捕鱼、清洁空气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57400"/>
            <a:ext cx="640080" cy="868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05740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148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信息不对称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一方无法观察另一方的行为，监督成本高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2194560"/>
            <a:ext cx="2834640" cy="59436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2240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例如：员工怠工、供应商质量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63240"/>
            <a:ext cx="640080" cy="868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6324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规模不对称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520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背叛收益即时可得，惩罚收益延迟且不确定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3200400"/>
            <a:ext cx="2834640" cy="59436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760720" y="3246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例如：大企业vs消费者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069080"/>
            <a:ext cx="640080" cy="8686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69080"/>
            <a:ext cx="640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重复博弈不足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4526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一次性博弈中没有未来惩罚背叛的机制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69280" y="4206240"/>
            <a:ext cx="2834640" cy="59436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例如：旅游区宰客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2026-08-26T01:09:25Z</dcterms:created>
  <dcterms:modified xsi:type="dcterms:W3CDTF">2026-08-26T01:09:25Z</dcterms:modified>
</cp:coreProperties>
</file>