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附录：行业案例集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真实案例，验证方法论的有效性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美妆行业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1737360"/>
            <a:ext cx="2560320" cy="32004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3个月从0到10万粉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从素人账号起步，通过护肤教程内容定位，配合限时优惠活动，实现粉丝快速增长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3444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教育行业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2560320" cy="32004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单条视频带来500+咨询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知识付费类内容，聚焦家长痛点问题，评论区互动引导私信留资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7180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餐饮行业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8720" y="3474720"/>
            <a:ext cx="2560320" cy="32004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探店视频引爆门店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本地探店内容，呈现真实用餐体验，配合团购套餐，引导线下消费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97180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服装行业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94960" y="3474720"/>
            <a:ext cx="2560320" cy="32004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私域复购率提升40%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穿搭分享+私域导流，通过社群运营实现老客户复购率显著提升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启示：找准定位 + 持续输出 + 私域承接 = 可复制的增长路径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2026-07-13T02:34:01Z</dcterms:created>
  <dcterms:modified xsi:type="dcterms:W3CDTF">2026-07-13T02:34:01Z</dcterms:modified>
</cp:coreProperties>
</file>