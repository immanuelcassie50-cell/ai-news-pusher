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模块一：重点回顾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1280160"/>
            <a:ext cx="1371600" cy="13716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12801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3716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4440" y="1508760"/>
            <a:ext cx="411480" cy="4114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1508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本质是增强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3716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12280" y="1508760"/>
            <a:ext cx="411480" cy="4114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150876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29260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34440" y="3063240"/>
            <a:ext cx="411480" cy="4114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06324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566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提示词设计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29260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3063240"/>
            <a:ext cx="411480" cy="4114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306324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实战应用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35661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1828800"/>
            <a:ext cx="18288" cy="365760"/>
          </a:xfrm>
          <a:prstGeom prst="line">
            <a:avLst/>
          </a:prstGeom>
          <a:noFill/>
          <a:ln w="25400">
            <a:solidFill>
              <a:srgbClr val="FFCDD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303520" y="1828800"/>
            <a:ext cx="457200" cy="365760"/>
          </a:xfrm>
          <a:prstGeom prst="line">
            <a:avLst/>
          </a:prstGeom>
          <a:noFill/>
          <a:ln w="25400">
            <a:solidFill>
              <a:srgbClr val="FF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926080" y="3200400"/>
            <a:ext cx="18288" cy="365760"/>
          </a:xfrm>
          <a:prstGeom prst="line">
            <a:avLst/>
          </a:prstGeom>
          <a:noFill/>
          <a:ln w="25400">
            <a:solidFill>
              <a:srgbClr val="FF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303520" y="3200400"/>
            <a:ext cx="457200" cy="365760"/>
          </a:xfrm>
          <a:prstGeom prst="line">
            <a:avLst/>
          </a:prstGeom>
          <a:noFill/>
          <a:ln w="25400">
            <a:solidFill>
              <a:srgbClr val="FF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掌握AI赋能核心，实现人机协作价值最大化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2026-08-06T04:31:38Z</dcterms:created>
  <dcterms:modified xsi:type="dcterms:W3CDTF">2026-08-06T04:31:38Z</dcterms:modified>
</cp:coreProperties>
</file>