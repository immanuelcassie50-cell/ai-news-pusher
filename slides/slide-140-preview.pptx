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激励机制诊断：奖惩是否真的指向了你想要的行为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338328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核心收获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激励不是万能的，但没有验证的激励是万万不能的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期待在下一次工作坊中见到你的实践成果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2026-08-01T08:32:28Z</dcterms:created>
  <dcterms:modified xsi:type="dcterms:W3CDTF">2026-08-01T08:32:28Z</dcterms:modified>
</cp:coreProperties>
</file>