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74320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D9042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011680" y="20116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关键词脱稿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594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从完整稿子到关键词提示的过渡训练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862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1887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什么是关键词脱稿？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将完整稿子浓缩为</a:t>
            </a:r>
            <a:pPr algn="l" indent="0" marL="0">
              <a:buNone/>
            </a:pPr>
            <a:r>
              <a:rPr lang="en-US" sz="13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关键词串</a:t>
            </a:r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用关键词作为记忆锚点，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自己组织语言扩展成完整表述。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转化示意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54880" y="1554480"/>
            <a:ext cx="3749040" cy="502920"/>
          </a:xfrm>
          <a:prstGeom prst="roundRect">
            <a:avLst>
              <a:gd name="adj" fmla="val 9091"/>
            </a:avLst>
          </a:prstGeom>
          <a:solidFill>
            <a:srgbClr val="F8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"环境与发展是永恒的矛盾体"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54880" y="2331720"/>
            <a:ext cx="3749040" cy="457200"/>
          </a:xfrm>
          <a:prstGeom prst="roundRect">
            <a:avLst>
              <a:gd name="adj" fmla="val 10000"/>
            </a:avLst>
          </a:prstGeom>
          <a:solidFill>
            <a:srgbClr val="D90429">
              <a:alpha val="9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3317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0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 ↔ 发展 → 矛盾 → 平衡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188720" y="3063240"/>
            <a:ext cx="1188720" cy="45720"/>
          </a:xfrm>
          <a:prstGeom prst="rect">
            <a:avLst/>
          </a:prstGeom>
          <a:solidFill>
            <a:srgbClr val="D90429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减轻记忆负担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只记关键词而非完整句子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91840" y="30632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023360" y="3063240"/>
            <a:ext cx="1188720" cy="457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锻炼即兴能力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2900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强迫大脑重新组织语言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3063240"/>
            <a:ext cx="1188720" cy="457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200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保持表达灵活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6118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可根据现场情况调整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2B2D4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434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核心原则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关键词不是浓缩而是重构 — 把一段话变成1-3个记忆锚点，用自己的话重新展开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2026-07-25T12:54:54Z</dcterms:created>
  <dcterms:modified xsi:type="dcterms:W3CDTF">2026-07-25T12:54:54Z</dcterms:modified>
</cp:coreProperties>
</file>