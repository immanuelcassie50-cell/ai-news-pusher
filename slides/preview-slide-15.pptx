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可得性偏差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822960"/>
          </a:xfrm>
          <a:prstGeom prst="rect">
            <a:avLst>
              <a:gd name="adj" fmla="val 11111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人在做判断时，会优先使用最容易获取的信息，而不是最相关的信息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931920" cy="182880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 = 容易获取的信息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338328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数字，清晰，可比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3931920" cy="1828800"/>
          </a:xfrm>
          <a:prstGeom prst="rect">
            <a:avLst>
              <a:gd name="adj" fmla="val 5000"/>
            </a:avLst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"这个人是谁" = 难的信息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2788920"/>
            <a:ext cx="338328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需要1-2小时深聊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822960"/>
          </a:xfrm>
          <a:prstGeom prst="rect">
            <a:avLst>
              <a:gd name="adj" fmla="val 11111"/>
            </a:avLst>
          </a:prstGeom>
          <a:solidFill>
            <a:srgbClr val="EDF2F4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大部分家庭把难的信息往后放，放到后面常常就没时间处理了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2026-08-02T01:21:19Z</dcterms:created>
  <dcterms:modified xsi:type="dcterms:W3CDTF">2026-08-02T01:21:19Z</dcterms:modified>
</cp:coreProperties>
</file>