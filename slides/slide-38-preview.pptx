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理论启示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 核心要点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7315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5087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重复博弈是理解合作的关键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18288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单次博弈导致背叛，重复博弈使合作成为可能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40280"/>
            <a:ext cx="54864" cy="7315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3317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未来价值决定合作动机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26517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贴现因子越高（越耐心），合作越容易维持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63240"/>
            <a:ext cx="54864" cy="7315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1546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TFT 是有效的简单策略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34747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善意、可激怒、宽容、不嫉妒——五大特征缺一不可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886200"/>
            <a:ext cx="54864" cy="7315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4023360"/>
            <a:ext cx="457200" cy="4572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3977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多玩家博弈需要不同机制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42976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声誉、规则、第三方 enforcement 是集体合作的基础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1828800" cy="27432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2026-08-26T00:48:08Z</dcterms:created>
  <dcterms:modified xsi:type="dcterms:W3CDTF">2026-08-26T00:48:08Z</dcterms:modified>
</cp:coreProperties>
</file>