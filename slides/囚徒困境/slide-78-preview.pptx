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渐进式惩罚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28016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280160"/>
            <a:ext cx="2560320" cy="137160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54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第一次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920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警告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口头或书面警告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54680" y="17830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566160" y="128016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66160" y="1280160"/>
            <a:ext cx="2560320" cy="13716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1554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1920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罚款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703320" y="2286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收取一定比例违约金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35040" y="17830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446520" y="128016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46520" y="1280160"/>
            <a:ext cx="2560320" cy="13716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1554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第三次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46520" y="1920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终止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583680" y="2286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终止合作、寻求赔偿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渐进式惩罚的优势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0080" y="3456432"/>
            <a:ext cx="164592" cy="164592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3383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给犯错方改正的机会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3867912"/>
            <a:ext cx="164592" cy="164592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37947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避免因一时错误毁掉长期合作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4279392"/>
            <a:ext cx="164592" cy="164592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4206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维持合作稳定性的同时保持威慑力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2026-08-26T00:54:07Z</dcterms:created>
  <dcterms:modified xsi:type="dcterms:W3CDTF">2026-08-26T00:54:07Z</dcterms:modified>
</cp:coreProperties>
</file>