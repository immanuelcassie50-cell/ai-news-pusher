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口碑与信息传递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86200" y="2103120"/>
            <a:ext cx="1371600" cy="9144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5" name="Text 3"/>
          <p:cNvSpPr/>
          <p:nvPr/>
        </p:nvSpPr>
        <p:spPr>
          <a:xfrm>
            <a:off x="38862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371600"/>
            <a:ext cx="1188720" cy="7315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103120"/>
            <a:ext cx="2148840" cy="0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371600"/>
            <a:ext cx="1188720" cy="7315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554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2103120"/>
            <a:ext cx="-1965960" cy="0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926080"/>
            <a:ext cx="1188720" cy="7315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108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3657600"/>
            <a:ext cx="2606040" cy="-1554480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926080"/>
            <a:ext cx="1188720" cy="7315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108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3657600"/>
            <a:ext cx="-2423160" cy="-1554480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657600"/>
            <a:ext cx="1188720" cy="7315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389120"/>
            <a:ext cx="-137160" cy="-2286000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280160"/>
            <a:ext cx="3200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1417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信息传播路径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187452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商会活动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219456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行业会议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251460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2834640"/>
            <a:ext cx="91440" cy="914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私下交流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3657600"/>
            <a:ext cx="3017520" cy="10058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口碑的双向效应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5216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好行为 → 更多机会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坏行为 → 被边缘化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