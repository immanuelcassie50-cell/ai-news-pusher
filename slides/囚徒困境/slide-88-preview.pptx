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案例：供应商发展计划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1A365D">
              <a:alpha val="10000"/>
            </a:srgbClr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场景：某大型制造企业投资供应商的能力建设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投资领域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设备采购支持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技术培训与指导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质量管理体系建立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29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信息化系统对接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双重效应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1645920" cy="10972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331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依赖度增加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858000" y="2194560"/>
            <a:ext cx="1645920" cy="109728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331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价值提升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双赢结果：企业获得稳定供应，供应商获得成长机会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2026-08-26T00:54:08Z</dcterms:created>
  <dcterms:modified xsi:type="dcterms:W3CDTF">2026-08-26T00:54:08Z</dcterms:modified>
</cp:coreProperties>
</file>