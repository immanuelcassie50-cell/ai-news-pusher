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机制设计检查清单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320040" cy="320040"/>
          </a:xfrm>
          <a:prstGeom prst="rect">
            <a:avLst/>
          </a:prstGeom>
          <a:solidFill>
            <a:srgbClr val="F7FAFC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188720"/>
            <a:ext cx="365760" cy="3657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112471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背叛成本足够高吗？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139903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惩罚措施是否有足够的威慑力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1920240"/>
            <a:ext cx="320040" cy="320040"/>
          </a:xfrm>
          <a:prstGeom prst="rect">
            <a:avLst/>
          </a:prstGeom>
          <a:solidFill>
            <a:srgbClr val="F7FAFC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1874520"/>
            <a:ext cx="365760" cy="3657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181051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未来价值足够大吗？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00200" y="208483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长期合作收益是否明显高于短期背叛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2606040"/>
            <a:ext cx="320040" cy="320040"/>
          </a:xfrm>
          <a:prstGeom prst="rect">
            <a:avLst/>
          </a:prstGeom>
          <a:solidFill>
            <a:srgbClr val="F7FAFC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" y="2560320"/>
            <a:ext cx="365760" cy="3657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00200" y="249631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背叛能被识别吗？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0200" y="277063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是否有足够的透明度和监测手段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3291840"/>
            <a:ext cx="320040" cy="320040"/>
          </a:xfrm>
          <a:prstGeom prst="rect">
            <a:avLst/>
          </a:prstGeom>
          <a:solidFill>
            <a:srgbClr val="F7FAFC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" y="3246120"/>
            <a:ext cx="365760" cy="3657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00200" y="318211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惩罚机制有效吗？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00200" y="345643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惩罚是否及时、可执行、适度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79476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3977640"/>
            <a:ext cx="320040" cy="320040"/>
          </a:xfrm>
          <a:prstGeom prst="rect">
            <a:avLst/>
          </a:prstGeom>
          <a:solidFill>
            <a:srgbClr val="F7FAFC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97280" y="3931920"/>
            <a:ext cx="365760" cy="3657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31" name="Text 29"/>
          <p:cNvSpPr/>
          <p:nvPr/>
        </p:nvSpPr>
        <p:spPr>
          <a:xfrm>
            <a:off x="109728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600200" y="386791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声誉机制起作用吗？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600200" y="414223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信息能否在相关方之间有效传递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设计机制时，思考：如果对方背叛，我能做什么？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2026-08-26T00:54:09Z</dcterms:created>
  <dcterms:modified xsi:type="dcterms:W3CDTF">2026-08-26T00:54:09Z</dcterms:modified>
</cp:coreProperties>
</file>