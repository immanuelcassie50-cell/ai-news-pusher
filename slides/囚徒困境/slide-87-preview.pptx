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应对不同类型的对手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分析对方的最优反应，设计你的策略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651760" cy="10972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691640"/>
            <a:ext cx="91440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TFT策略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（以牙还牙）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初始合作，之后复制对方上一步行动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2651760" cy="10972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691640"/>
            <a:ext cx="914400" cy="54864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强硬策略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（永不先合作）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297180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3063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建立可信威胁，让对方先让步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417320"/>
            <a:ext cx="265176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1691640"/>
            <a:ext cx="914400" cy="5486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混合策略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（不可预测）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297180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063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保持一定不可预测性，避免被利用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知己知彼：了解对手类型，选择针对性策略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2026-08-26T00:54:08Z</dcterms:created>
  <dcterms:modified xsi:type="dcterms:W3CDTF">2026-08-26T00:54:08Z</dcterms:modified>
</cp:coreProperties>
</file>