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博弈论与谈判策略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将博弈论应用于谈判，设计让对方合作的策略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0876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173736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分析对手动机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理解对方的最优反应是什么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200400"/>
            <a:ext cx="21031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例如：如果我提价，对手会怎么做？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5087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50876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5" name="Shape 13"/>
          <p:cNvSpPr/>
          <p:nvPr/>
        </p:nvSpPr>
        <p:spPr>
          <a:xfrm>
            <a:off x="4434840" y="173736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设计诱因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2044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让合作成为对方的最优选择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3200400"/>
            <a:ext cx="21031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0" name="Text 18"/>
          <p:cNvSpPr/>
          <p:nvPr/>
        </p:nvSpPr>
        <p:spPr>
          <a:xfrm>
            <a:off x="3520440" y="3291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例如：设计激励让对方愿意合作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5087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508760"/>
            <a:ext cx="265176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0" y="173736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策略互动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788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考虑双方决策的相互影响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3200400"/>
            <a:ext cx="21031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291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例如：我的行动会如何影响对方下一步？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换位思考：站在对方角度思考最优策略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2026-08-26T00:54:08Z</dcterms:created>
  <dcterms:modified xsi:type="dcterms:W3CDTF">2026-08-26T00:54:08Z</dcterms:modified>
</cp:coreProperties>
</file>