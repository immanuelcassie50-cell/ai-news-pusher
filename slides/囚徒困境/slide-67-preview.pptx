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合同与违约条款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关键条款设计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190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违约金条款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事先约定违约金额，降低举证成本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损害赔偿金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明确计算方式，便于快速索赔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73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实际履行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要求按约执行，而非仅赔偿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案例：竞业禁止条款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0" y="2011680"/>
            <a:ext cx="182880" cy="1828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员工离职后一定期限内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514600"/>
            <a:ext cx="182880" cy="1828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不得加入竞争对手公司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3017520"/>
            <a:ext cx="182880" cy="1828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不得从事同类业务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520440"/>
            <a:ext cx="182880" cy="1828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违反则需赔偿损失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精心设计的合同让背叛成本清晰可见、不可避免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2026-08-26T00:54:05Z</dcterms:created>
  <dcterms:modified xsi:type="dcterms:W3CDTF">2026-08-26T00:54:05Z</dcterms:modified>
</cp:coreProperties>
</file>