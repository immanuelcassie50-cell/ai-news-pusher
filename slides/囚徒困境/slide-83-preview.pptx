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组织文化与合作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组织文化如同冰山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374904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可见层：行为、仪式、符号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4114800" cy="0"/>
          </a:xfrm>
          <a:prstGeom prst="line">
            <a:avLst/>
          </a:prstGeom>
          <a:noFill/>
          <a:ln w="25400">
            <a:solidFill>
              <a:srgbClr val="BEE3F8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640080" y="2286000"/>
            <a:ext cx="3749040" cy="1645920"/>
          </a:xfrm>
          <a:prstGeom prst="rect">
            <a:avLst/>
          </a:prstGeom>
          <a:solidFill>
            <a:srgbClr val="1A365D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6888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隐藏层：价值观、信念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假设、潜意识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0" y="1005840"/>
            <a:ext cx="36576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12080" y="1143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文化对合作的影响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212080" y="1600200"/>
            <a:ext cx="54864" cy="59436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3" name="Text 11"/>
          <p:cNvSpPr/>
          <p:nvPr/>
        </p:nvSpPr>
        <p:spPr>
          <a:xfrm>
            <a:off x="5394960" y="16002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设定期望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94960" y="189280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文化规范告诉成员什么是可接受的行为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12080" y="2331720"/>
            <a:ext cx="54864" cy="59436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6" name="Text 14"/>
          <p:cNvSpPr/>
          <p:nvPr/>
        </p:nvSpPr>
        <p:spPr>
          <a:xfrm>
            <a:off x="5394960" y="23317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塑造激励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94960" y="262432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合作行为得到文化认可和奖励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12080" y="3063240"/>
            <a:ext cx="54864" cy="59436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9" name="Text 17"/>
          <p:cNvSpPr/>
          <p:nvPr/>
        </p:nvSpPr>
        <p:spPr>
          <a:xfrm>
            <a:off x="5394960" y="3063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领导示范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94960" y="335584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领导者以身作则，树立行为标准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合作文化需要长期培育，但破坏只需一次负面事件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2026-08-26T00:54:07Z</dcterms:created>
  <dcterms:modified xsi:type="dcterms:W3CDTF">2026-08-26T00:54:07Z</dcterms:modified>
</cp:coreProperties>
</file>