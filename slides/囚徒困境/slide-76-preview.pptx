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第三方验证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1463040" cy="91440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2103120"/>
            <a:ext cx="1463040" cy="91440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645920"/>
            <a:ext cx="1828800" cy="10972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(中立)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560320"/>
            <a:ext cx="1097280" cy="-45720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560320"/>
            <a:ext cx="1097280" cy="-45720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832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83280"/>
            <a:ext cx="54864" cy="10515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财务审计、合规审查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97480" y="33832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7480" y="3383280"/>
            <a:ext cx="54864" cy="10515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检测机构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质量检测、资质认证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3832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383280"/>
            <a:ext cx="54864" cy="10515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项目监理、进度监督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338328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95160" y="3383280"/>
            <a:ext cx="54864" cy="10515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认证机构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体系认证、资格认证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