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合资与利益绑定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"把对手变成自己人"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1A365D">
              <a:alpha val="80000"/>
            </a:srgbClr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甲方投入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880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资金、资源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828800"/>
            <a:ext cx="2286000" cy="2286000"/>
          </a:xfrm>
          <a:prstGeom prst="ellipse">
            <a:avLst/>
          </a:prstGeom>
          <a:solidFill>
            <a:srgbClr val="1A365D">
              <a:alpha val="80000"/>
            </a:srgbClr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乙方投入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2880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资金、资源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专业能力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194560" cy="13716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合资实体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共同所有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利益共享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971800"/>
            <a:ext cx="-64008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2971800"/>
            <a:ext cx="64008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1A365D">
              <a:alpha val="10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人质机制：背叛意味着失去自己在合资中的投资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2026-08-26T00:54:06Z</dcterms:created>
  <dcterms:modified xsi:type="dcterms:W3CDTF">2026-08-26T00:54:06Z</dcterms:modified>
</cp:coreProperties>
</file>