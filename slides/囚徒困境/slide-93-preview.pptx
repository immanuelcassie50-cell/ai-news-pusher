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第四模块总结：合作维持机制设计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23444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提高背叛成本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经济+法律+关系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5156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23444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增加未来价值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关系投资+长期合同+互惠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10515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05156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123444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建立识别机制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透明度+第三方验证+声誉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核心等式：合作维持 = f(背叛成本, 未来价值, 检测机制)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机制设计检查清单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2011680" cy="411480"/>
          </a:xfrm>
          <a:prstGeom prst="rect">
            <a:avLst/>
          </a:prstGeom>
          <a:solidFill>
            <a:srgbClr val="D69E2E">
              <a:alpha val="2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背叛成本是否足够高？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749040"/>
            <a:ext cx="2011680" cy="411480"/>
          </a:xfrm>
          <a:prstGeom prst="rect">
            <a:avLst/>
          </a:prstGeom>
          <a:solidFill>
            <a:srgbClr val="D69E2E">
              <a:alpha val="2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749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未来价值是否足够大？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2011680" cy="411480"/>
          </a:xfrm>
          <a:prstGeom prst="rect">
            <a:avLst/>
          </a:prstGeom>
          <a:solidFill>
            <a:srgbClr val="D69E2E">
              <a:alpha val="2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749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背叛能否被识别？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749040"/>
            <a:ext cx="2011680" cy="411480"/>
          </a:xfrm>
          <a:prstGeom prst="rect">
            <a:avLst/>
          </a:prstGeom>
          <a:solidFill>
            <a:srgbClr val="D69E2E">
              <a:alpha val="2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749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惩罚机制是否有效？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好的机制设计让合作成为理性的选择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2026-08-26T00:54:09Z</dcterms:created>
  <dcterms:modified xsi:type="dcterms:W3CDTF">2026-08-26T00:54:09Z</dcterms:modified>
</cp:coreProperties>
</file>