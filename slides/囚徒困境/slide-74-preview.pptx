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方向三：建立识别机制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核心逻辑：你无法惩罚你无法检测到的背叛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监测的挑战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13432"/>
            <a:ext cx="182880" cy="18288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724912"/>
            <a:ext cx="182880" cy="18288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651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行为难以观察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136392"/>
            <a:ext cx="182880" cy="18288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证据难以获取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47872"/>
            <a:ext cx="182880" cy="18288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成本约束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应对方法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2313432"/>
            <a:ext cx="182880" cy="1828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透明度要求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2724912"/>
            <a:ext cx="182880" cy="1828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2651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审计权条款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3136392"/>
            <a:ext cx="182880" cy="1828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第三方验证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20640" y="3547872"/>
            <a:ext cx="182880" cy="1828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信息披露义务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34840" y="2788920"/>
            <a:ext cx="274320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有效的惩罚机制 = 可检测性 + 可证实性 + 可执行性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2026-08-26T00:54:06Z</dcterms:created>
  <dcterms:modified xsi:type="dcterms:W3CDTF">2026-08-26T00:54:06Z</dcterms:modified>
</cp:coreProperties>
</file>