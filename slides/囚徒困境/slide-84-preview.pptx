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激励机制对齐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C53030">
              <a:alpha val="10000"/>
            </a:srgbClr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问题：个人激励与团队目标可能冲突，导致"囚徒困境"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案例：销售代表的困境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个人激励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追求个人业绩、短期成交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忽视客户长期价值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公司目标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建立长期客户关系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提供整体解决方案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对齐方法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26517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931920"/>
            <a:ext cx="54864" cy="5943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KPI设计：将团队指标纳入个人考核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3931920"/>
            <a:ext cx="26517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83280" y="3931920"/>
            <a:ext cx="54864" cy="5943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3931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共享目标：设定共同的销售目标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931920"/>
            <a:ext cx="26517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931920"/>
            <a:ext cx="54864" cy="5943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931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长期激励：客户留存率影响长期收益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2026-08-26T00:54:08Z</dcterms:created>
  <dcterms:modified xsi:type="dcterms:W3CDTF">2026-08-26T00:54:08Z</dcterms:modified>
</cp:coreProperties>
</file>