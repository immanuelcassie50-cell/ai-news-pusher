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声誉机制的作用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声誉是长期博弈中的"第二张合同"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54480"/>
            <a:ext cx="73152" cy="21031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37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信息传递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商业社区内消息传播迅速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697480"/>
            <a:ext cx="228600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346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例如：行业圈子、商会、协会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55448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554480"/>
            <a:ext cx="73152" cy="21031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737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声誉惩罚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2194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坏名声导致被排除在外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66160" y="2697480"/>
            <a:ext cx="228600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28346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例如：黑名单、拒绝合作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155448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554480"/>
            <a:ext cx="73152" cy="21031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737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声誉奖励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2194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好名声带来更多机会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2697480"/>
            <a:ext cx="228600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28346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例如：优先合作、优惠条款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1A365D">
              <a:alpha val="10000"/>
            </a:srgbClr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背叛一次，声誉受损，未来的合作机会也会减少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2026-08-26T00:54:07Z</dcterms:created>
  <dcterms:modified xsi:type="dcterms:W3CDTF">2026-08-26T00:54:07Z</dcterms:modified>
</cp:coreProperties>
</file>