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机制设计的三个方向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265176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提高背叛成本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cost of betrayal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51560" y="3337560"/>
            <a:ext cx="155448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让背叛行为的代价超过收益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188720"/>
            <a:ext cx="265176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155448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2044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增加未来价值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2044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future value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3337560"/>
            <a:ext cx="155448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让长期合作收益高于短期背叛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18872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188720"/>
            <a:ext cx="2651760" cy="109728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2" name="Shape 20"/>
          <p:cNvSpPr/>
          <p:nvPr/>
        </p:nvSpPr>
        <p:spPr>
          <a:xfrm>
            <a:off x="7269480" y="155448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建立识别机制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0" y="28803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punishment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3337560"/>
            <a:ext cx="155448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34747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让背叛无处遁形、惩罚及时有效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三条路径相辅相成，共同构建稳固的合作关系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2026-08-26T00:54:05Z</dcterms:created>
  <dcterms:modified xsi:type="dcterms:W3CDTF">2026-08-26T00:54:05Z</dcterms:modified>
</cp:coreProperties>
</file>