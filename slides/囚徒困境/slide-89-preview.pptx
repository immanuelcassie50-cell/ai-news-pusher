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案例：战略联盟设计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联盟治理机制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5486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904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联合委员会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099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双方高层参与的战略决策机构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57400"/>
            <a:ext cx="54864" cy="5486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305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协调机制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500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日常运营层面的沟通协调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97480"/>
            <a:ext cx="54864" cy="5486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706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争议解决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9900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预设的纠纷处理流程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3931920" cy="25146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联盟成功要素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1673352"/>
            <a:ext cx="164592" cy="164592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清晰的共同目标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2130552"/>
            <a:ext cx="164592" cy="164592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对等的权利义务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2587752"/>
            <a:ext cx="164592" cy="164592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2514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灵活的调整机制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3044952"/>
            <a:ext cx="164592" cy="164592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6" name="Text 24"/>
          <p:cNvSpPr/>
          <p:nvPr/>
        </p:nvSpPr>
        <p:spPr>
          <a:xfrm>
            <a:off x="5349240" y="2971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明确的退出条款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好的联盟设计让合作利益大于单干，让背叛成本高于收益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2026-08-26T00:54:09Z</dcterms:created>
  <dcterms:modified xsi:type="dcterms:W3CDTF">2026-08-26T00:54:09Z</dcterms:modified>
</cp:coreProperties>
</file>