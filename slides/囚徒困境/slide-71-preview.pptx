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关系投资与专用资产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关系专用性资产 (Relationship-Specific Investment)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为特定关系而投入的资产，一旦关系结束将大幅贬值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920240"/>
            <a:ext cx="2651760" cy="914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48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物理专用性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2651760"/>
            <a:ext cx="109728" cy="10972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560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定制设备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017520"/>
            <a:ext cx="109728" cy="10972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926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专用模具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383280"/>
            <a:ext cx="109728" cy="10972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291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专门生产线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为对方特别设计或改装的资产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83280" y="192024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83280" y="1920240"/>
            <a:ext cx="2651760" cy="914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8" name="Text 16"/>
          <p:cNvSpPr/>
          <p:nvPr/>
        </p:nvSpPr>
        <p:spPr>
          <a:xfrm>
            <a:off x="3520440" y="2148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人力专用性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0" y="2651760"/>
            <a:ext cx="109728" cy="10972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2560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专项培训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0" y="3017520"/>
            <a:ext cx="109728" cy="10972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0" y="2926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专属技能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0" y="3383280"/>
            <a:ext cx="109728" cy="10972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0" y="3291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深度磨合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20440" y="3703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针对特定合作积累的知识和技能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63640" y="192024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63640" y="1920240"/>
            <a:ext cx="2651760" cy="914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2148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地点专用性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537960" y="2651760"/>
            <a:ext cx="109728" cy="10972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30" name="Text 28"/>
          <p:cNvSpPr/>
          <p:nvPr/>
        </p:nvSpPr>
        <p:spPr>
          <a:xfrm>
            <a:off x="6720840" y="2560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靠近选址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37960" y="3017520"/>
            <a:ext cx="109728" cy="10972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32" name="Text 30"/>
          <p:cNvSpPr/>
          <p:nvPr/>
        </p:nvSpPr>
        <p:spPr>
          <a:xfrm>
            <a:off x="6720840" y="2926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专属仓库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37960" y="3383280"/>
            <a:ext cx="109728" cy="10972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34" name="Text 32"/>
          <p:cNvSpPr/>
          <p:nvPr/>
        </p:nvSpPr>
        <p:spPr>
          <a:xfrm>
            <a:off x="6720840" y="3291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专用物流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0" y="3703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为了合作便利而进行的地理布局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1A365D">
              <a:alpha val="10000"/>
            </a:srgbClr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投入越多，转换成本越高，合作动机越强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2026-08-26T00:54:06Z</dcterms:created>
  <dcterms:modified xsi:type="dcterms:W3CDTF">2026-08-26T00:54:06Z</dcterms:modified>
</cp:coreProperties>
</file>