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机制设计中的常见错误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123444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惩罚过轻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背叛收益大于惩罚成本，无法形成威慑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例如：违约金远低于违约收益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51560"/>
            <a:ext cx="54864" cy="123444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检测缺失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无法识别背叛行为，机制形同虚设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例如：缺乏信息透明度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68880"/>
            <a:ext cx="54864" cy="123444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激励错位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个人目标与集体目标不一致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例如：只看短期业绩忽视长期合作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468880"/>
            <a:ext cx="40233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468880"/>
            <a:ext cx="54864" cy="123444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未来价值不足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重复互动不够频繁，背叛成本低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例如：一次性交易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避免错误的关键：让背叛成本 &gt; 背叛收益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2026-08-26T00:54:09Z</dcterms:created>
  <dcterms:modified xsi:type="dcterms:W3CDTF">2026-08-26T00:54:09Z</dcterms:modified>
</cp:coreProperties>
</file>