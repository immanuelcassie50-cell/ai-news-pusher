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惩罚机制设计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有效的惩罚必须满足三个条件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265176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920240"/>
            <a:ext cx="731520" cy="73152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3474720"/>
            <a:ext cx="173736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背叛发生后立即触发惩罚机制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554480"/>
            <a:ext cx="265176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920240"/>
            <a:ext cx="731520" cy="73152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2044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成比例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474720"/>
            <a:ext cx="173736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惩罚力度与背叛程度相匹配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554480"/>
            <a:ext cx="265176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920240"/>
            <a:ext cx="731520" cy="73152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3474720"/>
            <a:ext cx="173736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有足够力量确保惩罚落实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C53030">
              <a:alpha val="10000"/>
            </a:srgbClr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惩罚过轻 = 无效约束  |  惩罚过重 = 合作关系破裂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2026-08-26T00:54:07Z</dcterms:created>
  <dcterms:modified xsi:type="dcterms:W3CDTF">2026-08-26T00:54:07Z</dcterms:modified>
</cp:coreProperties>
</file>