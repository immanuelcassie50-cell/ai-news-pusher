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方向二：增加未来合作价值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核心逻辑：让长期合作的收益高于短期背叛的收益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468880"/>
            <a:ext cx="274320" cy="182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2286000" cy="548640"/>
          </a:xfrm>
          <a:prstGeom prst="rect">
            <a:avLst/>
          </a:prstGeom>
          <a:solidFill>
            <a:srgbClr val="C53030">
              <a:alpha val="80000"/>
            </a:srgbClr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背叛收益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1920240"/>
            <a:ext cx="0" cy="457200"/>
          </a:xfrm>
          <a:prstGeom prst="line">
            <a:avLst/>
          </a:prstGeom>
          <a:noFill/>
          <a:ln w="12700">
            <a:solidFill>
              <a:srgbClr val="C5303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0" y="2926080"/>
            <a:ext cx="2286000" cy="548640"/>
          </a:xfrm>
          <a:prstGeom prst="rect">
            <a:avLst/>
          </a:prstGeom>
          <a:solidFill>
            <a:srgbClr val="C53030">
              <a:alpha val="60000"/>
            </a:srgbClr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未来损失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2286000" cy="548640"/>
          </a:xfrm>
          <a:prstGeom prst="rect">
            <a:avLst/>
          </a:prstGeom>
          <a:solidFill>
            <a:srgbClr val="1A365D">
              <a:alpha val="8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短期投入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920240"/>
            <a:ext cx="0" cy="457200"/>
          </a:xfrm>
          <a:prstGeom prst="line">
            <a:avLst/>
          </a:prstGeom>
          <a:noFill/>
          <a:ln w="12700">
            <a:solidFill>
              <a:srgbClr val="1A365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0" y="2926080"/>
            <a:ext cx="228600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长期收益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关系投资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投入专用资产，增加转换成本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多年绑定，平滑短期波动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互惠条款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如最惠待遇，确保利益共享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