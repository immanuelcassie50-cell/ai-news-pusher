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机制实施的规模挑战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从小规模合作到大规模生态，机制需要升级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265176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1645920"/>
            <a:ext cx="548640" cy="5486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信息传递衰减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697480"/>
            <a:ext cx="210312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层级越多，信息失真越严重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154680"/>
            <a:ext cx="2286000" cy="365760"/>
          </a:xfrm>
          <a:prstGeom prst="rect">
            <a:avLst/>
          </a:prstGeom>
          <a:solidFill>
            <a:srgbClr val="D69E2E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解法：建立透明的信息渠道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141732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1417320"/>
            <a:ext cx="265176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Shape 14"/>
          <p:cNvSpPr/>
          <p:nvPr/>
        </p:nvSpPr>
        <p:spPr>
          <a:xfrm>
            <a:off x="4434840" y="1645920"/>
            <a:ext cx="548640" cy="5486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2044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监督成本上升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0" y="2697480"/>
            <a:ext cx="210312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参与方越多，监测越困难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66160" y="3154680"/>
            <a:ext cx="2286000" cy="365760"/>
          </a:xfrm>
          <a:prstGeom prst="rect">
            <a:avLst/>
          </a:prstGeom>
          <a:solidFill>
            <a:srgbClr val="D69E2E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解法：利用技术降低监督成本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141732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1417320"/>
            <a:ext cx="265176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0" y="1645920"/>
            <a:ext cx="548640" cy="5486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0080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信任传递障碍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37960" y="2697480"/>
            <a:ext cx="210312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间接合作难以建立信任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46520" y="3154680"/>
            <a:ext cx="2286000" cy="365760"/>
          </a:xfrm>
          <a:prstGeom prst="rect">
            <a:avLst/>
          </a:prstGeom>
          <a:solidFill>
            <a:srgbClr val="D69E2E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解法：通过中介或声誉机制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规模越大，越需要制度化，而非依赖个人信任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2026-08-26T00:54:09Z</dcterms:created>
  <dcterms:modified xsi:type="dcterms:W3CDTF">2026-08-26T00:54:09Z</dcterms:modified>
</cp:coreProperties>
</file>