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最惠待遇条款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Favored Nation (MFN) Clause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731520"/>
          </a:xfrm>
          <a:prstGeom prst="rect">
            <a:avLst/>
          </a:prstGeom>
          <a:solidFill>
            <a:srgbClr val="1A365D">
              <a:alpha val="10000"/>
            </a:srgbClr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定义：如果你给第三方更好的条件，我自动享有同等条件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886200" y="2377440"/>
            <a:ext cx="1371600" cy="82296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3886200" y="2514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3657600"/>
            <a:ext cx="1371600" cy="82296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3794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3657600"/>
            <a:ext cx="1371600" cy="82296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3794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丙方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29000" y="3200400"/>
            <a:ext cx="-457200" cy="457200"/>
          </a:xfrm>
          <a:prstGeom prst="line">
            <a:avLst/>
          </a:prstGeom>
          <a:noFill/>
          <a:ln w="25400">
            <a:solidFill>
              <a:srgbClr val="D69E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3200400"/>
            <a:ext cx="457200" cy="457200"/>
          </a:xfrm>
          <a:prstGeom prst="line">
            <a:avLst/>
          </a:prstGeom>
          <a:noFill/>
          <a:ln w="25400">
            <a:solidFill>
              <a:srgbClr val="D69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3017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2926080" cy="64008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286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防止秘密优惠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稳定合作关系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2697480"/>
            <a:ext cx="91440" cy="9144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供应商合同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017520"/>
            <a:ext cx="91440" cy="9144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经销商协议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337560"/>
            <a:ext cx="91440" cy="9144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战略合作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657600"/>
            <a:ext cx="91440" cy="9144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合资条款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2026-08-26T00:54:06Z</dcterms:created>
  <dcterms:modified xsi:type="dcterms:W3CDTF">2026-08-26T00:54:06Z</dcterms:modified>
</cp:coreProperties>
</file>