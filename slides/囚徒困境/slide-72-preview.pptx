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长期合同的设计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82296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280160"/>
            <a:ext cx="457200" cy="45720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80160" y="12344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多年期限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5361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3-5年或更长的合同周期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1097280"/>
            <a:ext cx="73152" cy="82296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2" name="Shape 10"/>
          <p:cNvSpPr/>
          <p:nvPr/>
        </p:nvSpPr>
        <p:spPr>
          <a:xfrm>
            <a:off x="5074920" y="1280160"/>
            <a:ext cx="457200" cy="45720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3" name="Text 11"/>
          <p:cNvSpPr/>
          <p:nvPr/>
        </p:nvSpPr>
        <p:spPr>
          <a:xfrm>
            <a:off x="507492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669280" y="123444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续约选项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669280" y="15361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双方优先续约权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10312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103120"/>
            <a:ext cx="73152" cy="82296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8" name="Shape 16"/>
          <p:cNvSpPr/>
          <p:nvPr/>
        </p:nvSpPr>
        <p:spPr>
          <a:xfrm>
            <a:off x="685800" y="2286000"/>
            <a:ext cx="457200" cy="45720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80160" y="22402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价格调整机制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80160" y="254203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随市场变化的弹性定价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2103120"/>
            <a:ext cx="402336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2103120"/>
            <a:ext cx="73152" cy="82296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24" name="Shape 22"/>
          <p:cNvSpPr/>
          <p:nvPr/>
        </p:nvSpPr>
        <p:spPr>
          <a:xfrm>
            <a:off x="5074920" y="2286000"/>
            <a:ext cx="457200" cy="45720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25" name="Text 23"/>
          <p:cNvSpPr/>
          <p:nvPr/>
        </p:nvSpPr>
        <p:spPr>
          <a:xfrm>
            <a:off x="507492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669280" y="224028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年度回顾条款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669280" y="254203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定期评估合作效果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31089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长期合同的价值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40080" y="3657600"/>
            <a:ext cx="137160" cy="13716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3566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稳定预期，减少短期机会主义诱惑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40080" y="4023360"/>
            <a:ext cx="137160" cy="13716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32" name="Text 30"/>
          <p:cNvSpPr/>
          <p:nvPr/>
        </p:nvSpPr>
        <p:spPr>
          <a:xfrm>
            <a:off x="914400" y="39319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双方愿意进行关系专用性投资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" y="4389120"/>
            <a:ext cx="137160" cy="13716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0" y="4297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降低频繁谈判的交易成本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40080" y="4754880"/>
            <a:ext cx="137160" cy="13716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36" name="Text 34"/>
          <p:cNvSpPr/>
          <p:nvPr/>
        </p:nvSpPr>
        <p:spPr>
          <a:xfrm>
            <a:off x="914400" y="4663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形成"沉没成本效应"，增强合作承诺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50392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C52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2026-08-26T00:54:06Z</dcterms:created>
  <dcterms:modified xsi:type="dcterms:W3CDTF">2026-08-26T00:54:06Z</dcterms:modified>
</cp:coreProperties>
</file>