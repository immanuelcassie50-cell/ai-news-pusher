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信任的建立与维护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"信任不是给予的，是挣来的"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54480"/>
            <a:ext cx="2651760" cy="914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1828800"/>
            <a:ext cx="640080" cy="6400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重复互动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Interaction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3154680"/>
            <a:ext cx="192024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461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通过多次合作积累信任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155448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554480"/>
            <a:ext cx="2651760" cy="914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0" y="1828800"/>
            <a:ext cx="640080" cy="6400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2044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可靠表现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20440" y="2880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49040" y="3154680"/>
            <a:ext cx="192024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32461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言行一致，说到做到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155448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1554480"/>
            <a:ext cx="2651760" cy="914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3" name="Shape 21"/>
          <p:cNvSpPr/>
          <p:nvPr/>
        </p:nvSpPr>
        <p:spPr>
          <a:xfrm>
            <a:off x="7269480" y="1828800"/>
            <a:ext cx="640080" cy="6400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4" name="Text 22"/>
          <p:cNvSpPr/>
          <p:nvPr/>
        </p:nvSpPr>
        <p:spPr>
          <a:xfrm>
            <a:off x="726948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0080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透明沟通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0" y="2880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29400" y="3154680"/>
            <a:ext cx="192024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32461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信息公开，决策可见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信任需要时间积累，但可能因一次背叛而崩塌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2026-08-26T00:54:07Z</dcterms:created>
  <dcterms:modified xsi:type="dcterms:W3CDTF">2026-08-26T00:54:07Z</dcterms:modified>
</cp:coreProperties>
</file>