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透明度与信息披露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9728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32588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信息披露要求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Requirements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81635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财务状况透明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18211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经营数据共享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54787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重大事项通知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0972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09728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132588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审计权条款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2044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Rights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281635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定期审计权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0" y="318211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现场检查权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354787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账目查阅权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0972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109728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132588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报告义务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Obligations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37960" y="281635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定期报告提交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318211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异常情况汇报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37960" y="354787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进度节点披露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透明度降低信息不对称，让背叛行为无处隐藏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