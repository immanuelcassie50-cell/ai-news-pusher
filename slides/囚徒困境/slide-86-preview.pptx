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谈判框架设计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3716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扩大蛋糕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the Pie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132588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先创造价值，再分配价值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73152" cy="13716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3" name="Shape 11"/>
          <p:cNvSpPr/>
          <p:nvPr/>
        </p:nvSpPr>
        <p:spPr>
          <a:xfrm>
            <a:off x="5074920" y="1325880"/>
            <a:ext cx="457200" cy="4572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互惠方案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6928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Gains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89520" y="132588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寻找双方都能受益的方案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97480"/>
            <a:ext cx="73152" cy="13716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926080"/>
            <a:ext cx="457200" cy="4572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客观标准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Criteria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292608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用外界标准支撑谈判立场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6974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697480"/>
            <a:ext cx="73152" cy="13716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7" name="Shape 25"/>
          <p:cNvSpPr/>
          <p:nvPr/>
        </p:nvSpPr>
        <p:spPr>
          <a:xfrm>
            <a:off x="5074920" y="2926080"/>
            <a:ext cx="457200" cy="4572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替代选项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6928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BATNA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89520" y="292608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明确最佳替代方案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好的框架设计让合作成为必然，而非偶然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2026-08-26T00:54:08Z</dcterms:created>
  <dcterms:modified xsi:type="dcterms:W3CDTF">2026-08-26T00:54:08Z</dcterms:modified>
</cp:coreProperties>
</file>