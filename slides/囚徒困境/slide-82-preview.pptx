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信任的破坏与修复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914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信任的破坏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137160" cy="13716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一次背叛可毁掉数年信任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137160" cy="13716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86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信息隐瞒一旦曝光难以挽回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137160" cy="13716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788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承诺不兑现损害可信度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137160" cy="13716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291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修复比建立信任难十倍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393192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信任的修复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0" y="1874520"/>
            <a:ext cx="137160" cy="13716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承认错误，承担责任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377440"/>
            <a:ext cx="137160" cy="13716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2286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主动采取补救行动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880360"/>
            <a:ext cx="137160" cy="13716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2788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长期一致的行为证明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3383280"/>
            <a:ext cx="137160" cy="13716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291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预防胜于治疗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最好的策略是预防背叛，而不是修复信任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2026-08-26T00:54:07Z</dcterms:created>
  <dcterms:modified xsi:type="dcterms:W3CDTF">2026-08-26T00:54:07Z</dcterms:modified>
</cp:coreProperties>
</file>