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方向一：提高背叛成本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核心逻辑：让背叛的代价高于背叛的收益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73152" cy="27432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经济惩罚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Penalties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违约金条款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1868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赔偿损失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72160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没收保证金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600200"/>
            <a:ext cx="73152" cy="27432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11480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法律后果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Consequences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271576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诉讼风险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21868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合同强制执行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0" y="372160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信用记录影响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16002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1600200"/>
            <a:ext cx="73152" cy="27432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9516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关系成本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Costs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271576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声誉损失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21868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信任破裂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37960" y="3721608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未来合作机会丧失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2026-08-26T00:54:05Z</dcterms:created>
  <dcterms:modified xsi:type="dcterms:W3CDTF">2026-08-26T00:54:05Z</dcterms:modified>
</cp:coreProperties>
</file>