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017520" y="1097280"/>
            <a:ext cx="36576" cy="20116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合作维持机制设计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91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三大方向与实践策略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BEE3F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模块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2026-08-26T00:54:05Z</dcterms:created>
  <dcterms:modified xsi:type="dcterms:W3CDTF">2026-08-26T00:54:05Z</dcterms:modified>
</cp:coreProperties>
</file>