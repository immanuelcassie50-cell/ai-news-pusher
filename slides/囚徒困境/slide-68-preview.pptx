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保证金与托管机制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0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存入保证金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1645920"/>
            <a:ext cx="2011680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存入保证金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第三方托管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双方共同信任的中立方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286000"/>
            <a:ext cx="640080" cy="0"/>
          </a:xfrm>
          <a:prstGeom prst="line">
            <a:avLst/>
          </a:prstGeom>
          <a:noFill/>
          <a:ln w="25400">
            <a:solidFill>
              <a:srgbClr val="2C52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286000"/>
            <a:ext cx="640080" cy="0"/>
          </a:xfrm>
          <a:prstGeom prst="line">
            <a:avLst/>
          </a:prstGeom>
          <a:noFill/>
          <a:ln w="25400">
            <a:solidFill>
              <a:srgbClr val="2C52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83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对等存入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双方同时拿出等额筹码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383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条件释放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义务完成后才能拿回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383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惩罚归属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违约方损失保证金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2026-08-26T00:54:05Z</dcterms:created>
  <dcterms:modified xsi:type="dcterms:W3CDTF">2026-08-26T00:54:05Z</dcterms:modified>
</cp:coreProperties>
</file>