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公共地悲剧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1A365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"公共资源的自由使用会毁灭所有的公共资源"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加勒特·哈丁 (Garrett Hardin)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悲剧的形成机制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011680" cy="1005840"/>
          </a:xfrm>
          <a:prstGeom prst="rect">
            <a:avLst/>
          </a:prstGeom>
          <a:solidFill>
            <a:srgbClr val="1A365D">
              <a:alpha val="90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资源对所有人开放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74320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06040" y="2743200"/>
            <a:ext cx="2011680" cy="1005840"/>
          </a:xfrm>
          <a:prstGeom prst="rect">
            <a:avLst/>
          </a:prstGeom>
          <a:solidFill>
            <a:srgbClr val="1A365D">
              <a:alpha val="90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每个人都有最大化自己收益的动机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2011680" cy="1005840"/>
          </a:xfrm>
          <a:prstGeom prst="rect">
            <a:avLst/>
          </a:prstGeom>
          <a:solidFill>
            <a:srgbClr val="1A365D">
              <a:alpha val="90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个体理性导致群体非理性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274320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03720" y="2743200"/>
            <a:ext cx="2011680" cy="10058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资源枯竭，所有人受损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现实中的公共地悲剧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2011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过度捕捞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海洋渔业资源枯竭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4297680"/>
            <a:ext cx="2011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0604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空气污染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0604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企业排放不受限制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4297680"/>
            <a:ext cx="2011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交通拥堵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道路是公共资源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03720" y="4297680"/>
            <a:ext cx="20116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03720" y="4343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数字空间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网络谣言传播失控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2026-08-26T01:09:24Z</dcterms:created>
  <dcterms:modified xsi:type="dcterms:W3CDTF">2026-08-26T01:09:24Z</dcterms:modified>
</cp:coreProperties>
</file>