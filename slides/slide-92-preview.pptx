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决策分级检查清单解读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日常事务性决策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可标准化、重复性高、影响可控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7863840" cy="0"/>
          </a:xfrm>
          <a:prstGeom prst="line">
            <a:avLst/>
          </a:prstGeom>
          <a:noFill/>
          <a:ln w="6350">
            <a:solidFill>
              <a:srgbClr val="FFC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专业判断性决策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148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需要行业知识、经验积累、风险中等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496312"/>
            <a:ext cx="7863840" cy="0"/>
          </a:xfrm>
          <a:prstGeom prst="line">
            <a:avLst/>
          </a:prstGeom>
          <a:noFill/>
          <a:ln w="6350">
            <a:solidFill>
              <a:srgbClr val="FFC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战略方向性决策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关乎长期发展、不可逆、需充分论证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6350">
            <a:solidFill>
              <a:srgbClr val="FFC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危机应对性决策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703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时间压力大、信息不全、后果严重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CDD2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9768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25196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决策分级不是等级制度，而是为了匹配最适合的决策方式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66760" y="47091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EF5350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2026-08-06T04:28:10Z</dcterms:created>
  <dcterms:modified xsi:type="dcterms:W3CDTF">2026-08-06T04:28:10Z</dcterms:modified>
</cp:coreProperties>
</file>