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286000" y="3474720"/>
            <a:ext cx="1371600" cy="1371600"/>
          </a:xfrm>
          <a:prstGeom prst="ellipse">
            <a:avLst/>
          </a:prstGeom>
          <a:solidFill>
            <a:srgbClr val="EF535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840480"/>
            <a:ext cx="731520" cy="731520"/>
          </a:xfrm>
          <a:prstGeom prst="ellipse">
            <a:avLst/>
          </a:prstGeom>
          <a:solidFill>
            <a:srgbClr val="FFCDD2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人机决策边界设计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93192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5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谁拍板 · 谁审计 · 谁执行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3291840"/>
            <a:ext cx="1828800" cy="457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明确人机分工边界，建立清晰的决策权限体系，确保AI辅助决策的安全性与有效性。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2026-08-05T19:41:31Z</dcterms:created>
  <dcterms:modified xsi:type="dcterms:W3CDTF">2026-08-05T19:41:31Z</dcterms:modified>
</cp:coreProperties>
</file>