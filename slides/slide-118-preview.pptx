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657600" y="2834640"/>
            <a:ext cx="1828800" cy="36576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合作与背叛——囚徒困境及其现实应用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914400" cy="914400"/>
          </a:xfrm>
          <a:prstGeom prst="ellipse">
            <a:avLst/>
          </a:prstGeom>
          <a:solidFill>
            <a:srgbClr val="D69E2E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3931920"/>
            <a:ext cx="548640" cy="548640"/>
          </a:xfrm>
          <a:prstGeom prst="ellipse">
            <a:avLst/>
          </a:prstGeom>
          <a:solidFill>
            <a:srgbClr val="BEE3F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3657600"/>
            <a:ext cx="914400" cy="914400"/>
          </a:xfrm>
          <a:prstGeom prst="ellipse">
            <a:avLst/>
          </a:prstGeom>
          <a:solidFill>
            <a:srgbClr val="D69E2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3931920"/>
            <a:ext cx="548640" cy="548640"/>
          </a:xfrm>
          <a:prstGeom prst="ellipse">
            <a:avLst/>
          </a:prstGeom>
          <a:solidFill>
            <a:srgbClr val="BEE3F8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期待与您进一步交流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2026-08-26T00:36:02Z</dcterms:created>
  <dcterms:modified xsi:type="dcterms:W3CDTF">2026-08-26T00:36:02Z</dcterms:modified>
</cp:coreProperties>
</file>