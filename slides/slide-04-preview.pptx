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课程大纲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36576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囚徒困境入门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0" y="1234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1168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0116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合作如何成为可能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2011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78892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889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7889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现实中的囚徒困境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0" y="2788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56616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661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5661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合作维持机制设计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0" y="3566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343400"/>
            <a:ext cx="548640" cy="41148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43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3434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从个人到组织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0" y="4343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p.119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2026-08-26T00:42:19Z</dcterms:created>
  <dcterms:modified xsi:type="dcterms:W3CDTF">2026-08-26T00:42:19Z</dcterms:modified>
</cp:coreProperties>
</file>