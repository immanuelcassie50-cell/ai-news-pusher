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决策分级在企业管理中的应用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0" y="1097280"/>
            <a:ext cx="2286000" cy="22860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90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长期规划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全局视角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1828800" cy="182880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战术决策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部门协调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资源配置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743200"/>
            <a:ext cx="1828800" cy="1828800"/>
          </a:xfrm>
          <a:prstGeom prst="ellipse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运营决策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日常执行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流程优化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560320"/>
            <a:ext cx="731520" cy="457200"/>
          </a:xfrm>
          <a:prstGeom prst="line">
            <a:avLst/>
          </a:prstGeom>
          <a:noFill/>
          <a:ln w="25400">
            <a:solidFill>
              <a:srgbClr val="FFCDD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669280" y="2560320"/>
            <a:ext cx="731520" cy="457200"/>
          </a:xfrm>
          <a:prstGeom prst="line">
            <a:avLst/>
          </a:prstGeom>
          <a:noFill/>
          <a:ln w="25400">
            <a:solidFill>
              <a:srgbClr val="FFCDD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" y="10972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决策分级特征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160020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战略、全局、长期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01168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战术、部门、中期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42316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运营、流程、短期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1645920"/>
            <a:ext cx="228600" cy="2286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战略规划与投资决策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2057400"/>
            <a:ext cx="228600" cy="2286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组织架构与流程变革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2468880"/>
            <a:ext cx="228600" cy="2286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日常运营与绩效管理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FCDD2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核心原则：分级授权 | 权责对等 | 逐级汇报 | 效率与风险平衡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2026-08-06T04:31:35Z</dcterms:created>
  <dcterms:modified xsi:type="dcterms:W3CDTF">2026-08-06T04:31:35Z</dcterms:modified>
</cp:coreProperties>
</file>