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为什么斯密仍然重要？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73152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938528"/>
            <a:ext cx="164592" cy="164592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经济学作为学科的开端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164592" cy="164592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跨学科研究的典范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651760" cy="7315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现实意义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193852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市场与政府关系的永恒议题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48716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经济发展模式的选择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303580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全球化与本土化的张力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51560"/>
            <a:ext cx="2651760" cy="73152"/>
          </a:xfrm>
          <a:prstGeom prst="rect">
            <a:avLst/>
          </a:prstGeom>
          <a:solidFill>
            <a:srgbClr val="669BB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9B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思想价值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938528"/>
            <a:ext cx="164592" cy="164592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批判性思维的态度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2487168"/>
            <a:ext cx="164592" cy="164592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对复杂性的尊重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035808"/>
            <a:ext cx="164592" cy="164592"/>
          </a:xfrm>
          <a:prstGeom prst="ellipse">
            <a:avLst/>
          </a:prstGeom>
          <a:solidFill>
            <a:srgbClr val="669BBC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跨越时空的洞察力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12480" y="4663440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2026-08-28T16:41:47Z</dcterms:created>
  <dcterms:modified xsi:type="dcterms:W3CDTF">2026-08-28T16:41:47Z</dcterms:modified>
</cp:coreProperties>
</file>