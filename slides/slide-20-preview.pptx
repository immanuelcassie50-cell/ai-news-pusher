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Era Distortion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60320" y="2743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AI时代的激励扭曲（一）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234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算法讨好行为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645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Appeasement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员工行为开始围绕AI算法设计，而非真实价值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3657600" cy="1463040"/>
          </a:xfrm>
          <a:prstGeom prst="roundRect">
            <a:avLst>
              <a:gd name="adj" fmla="val 3750"/>
            </a:avLst>
          </a:prstGeom>
          <a:solidFill>
            <a:srgbClr val="BDC3C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26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2461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为提高搜索排名刻意堆砌关键词，而非提供真正有价值的内容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2062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18872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32120" y="1234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指标游戏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3212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Gaming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1488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当AI监控指标时，员工专注于「刷指标」而非改善实质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83464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BDC3C7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926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员工在AI质检时段表现完美，其他时段敷衍了事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2026-07-28T16:32:04Z</dcterms:created>
  <dcterms:modified xsi:type="dcterms:W3CDTF">2026-07-28T16:32:04Z</dcterms:modified>
</cp:coreProperties>
</file>