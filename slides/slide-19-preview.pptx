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E2957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第一章：打破偏见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91640"/>
            <a:ext cx="411480" cy="411480"/>
          </a:xfrm>
          <a:prstGeom prst="ellipse">
            <a:avLst/>
          </a:prstGeom>
          <a:solidFill>
            <a:srgbClr val="83C5B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6276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性教育是保护，不是风险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19202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早期适龄的性教育反而能降低风险，帮助孩子建立正确的身体认知和自我保护意识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468880"/>
            <a:ext cx="411480" cy="411480"/>
          </a:xfrm>
          <a:prstGeom prst="ellipse">
            <a:avLst/>
          </a:prstGeom>
          <a:solidFill>
            <a:srgbClr val="83C5BE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4048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家长是最佳教育者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2697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家庭是孩子获得性教育的第一场所，家长的态度决定了孩子对这个话题的理解方式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246120"/>
            <a:ext cx="411480" cy="411480"/>
          </a:xfrm>
          <a:prstGeom prst="ellipse">
            <a:avLst/>
          </a:prstGeom>
          <a:solidFill>
            <a:srgbClr val="83C5BE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182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分年龄段循序渐进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" y="34747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6-12岁不同阶段有不同重点，从身体认知到青春期准备，循序渐进而非一蹴而就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4023360"/>
            <a:ext cx="411480" cy="411480"/>
          </a:xfrm>
          <a:prstGeom prst="ellipse">
            <a:avLst/>
          </a:prstGeom>
          <a:solidFill>
            <a:srgbClr val="83C5BE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39593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坦然面对三个核心顾虑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43000" y="42519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不知道说什么——有脚本；担心说错——坦诚就好；怕提前唤醒——科学引导而非压抑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06D77">
              <a:alpha val="9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"性教育的第一步，是家长先放下恐惧"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2026-08-24T11:52:09Z</dcterms:created>
  <dcterms:modified xsi:type="dcterms:W3CDTF">2026-08-24T11:52:09Z</dcterms:modified>
</cp:coreProperties>
</file>