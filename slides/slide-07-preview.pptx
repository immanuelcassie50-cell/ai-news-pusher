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互动环节二：小组讨论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你在什么时候最容易分心？当时发生了什么？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讨论问题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分心前你在做什么？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是什么触发了你的分心？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分心后你花了多少时间才重新专注？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25196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251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如果重来一次，你可以怎样避免？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22402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C9ADA7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3分钟个人思考 + 5分钟小组分享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57200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9A8C9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45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分心的成本不只是当下损失的时间，更包括重新进入深度工作状态所需的'启动时间'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2026-08-30T00:59:03Z</dcterms:created>
  <dcterms:modified xsi:type="dcterms:W3CDTF">2026-08-30T00:59:03Z</dcterms:modified>
</cp:coreProperties>
</file>