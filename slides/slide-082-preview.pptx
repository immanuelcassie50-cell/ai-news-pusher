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四阶段训练系统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渐进式能力构建路径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92808"/>
            <a:ext cx="7863840" cy="36576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1965960" cy="28346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8D99AE">
                <a:alpha val="20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1737360"/>
            <a:ext cx="594360" cy="594360"/>
          </a:xfrm>
          <a:prstGeom prst="ellipse">
            <a:avLst/>
          </a:prstGeom>
          <a:solidFill>
            <a:srgbClr val="8D99AE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180136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AI辅助思考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2926080"/>
            <a:ext cx="1234440" cy="2286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06324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用AI扩展思维边界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保持独立判断能力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06040" y="1417320"/>
            <a:ext cx="1965960" cy="28346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8D99AE">
                <a:alpha val="20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737360"/>
            <a:ext cx="594360" cy="594360"/>
          </a:xfrm>
          <a:prstGeom prst="ellipse">
            <a:avLst/>
          </a:prstGeom>
          <a:solidFill>
            <a:srgbClr val="EF233C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180136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97480" y="24688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971800" y="2926080"/>
            <a:ext cx="1234440" cy="228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306324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与AI共同分析问题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形成协同思考模式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417320"/>
            <a:ext cx="1965960" cy="28346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8D99AE">
                <a:alpha val="20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40680" y="1737360"/>
            <a:ext cx="594360" cy="594360"/>
          </a:xfrm>
          <a:prstGeom prst="ellipse">
            <a:avLst/>
          </a:prstGeom>
          <a:solidFill>
            <a:srgbClr val="D90429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40680" y="180136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46320" y="24688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独立输出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20640" y="2926080"/>
            <a:ext cx="1234440" cy="228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06324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减少依赖，自主完成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建立稳定思维框架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03720" y="1417320"/>
            <a:ext cx="1965960" cy="28346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8D99AE">
                <a:alpha val="20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89520" y="1737360"/>
            <a:ext cx="594360" cy="594360"/>
          </a:xfrm>
          <a:prstGeom prst="ellipse">
            <a:avLst/>
          </a:prstGeom>
          <a:solidFill>
            <a:srgbClr val="2B2D42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89520" y="180136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95160" y="24688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能力内化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269480" y="2926080"/>
            <a:ext cx="1234440" cy="228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306324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将AI能力转化为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自身认知本能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2B2D42">
              <a:alpha val="5000"/>
            </a:srgbClr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4526280"/>
            <a:ext cx="320040" cy="3200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507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97280" y="44988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核心目标：避免认知卸载，在AI辅助下保持并提升独立思考能力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2026-07-25T12:55:35Z</dcterms:created>
  <dcterms:modified xsi:type="dcterms:W3CDTF">2026-07-25T12:55:35Z</dcterms:modified>
</cp:coreProperties>
</file>