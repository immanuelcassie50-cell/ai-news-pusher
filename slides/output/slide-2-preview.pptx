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课程全景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09728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716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开场：行业信任危机的现状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51560" y="19202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0574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057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模块一：信任危机的本质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51560" y="26060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模块二：从卖方驱动到买方受托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1560" y="32918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429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模块三：信任重建的实践路径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51560" y="3977640"/>
            <a:ext cx="6858000" cy="9144"/>
          </a:xfrm>
          <a:prstGeom prst="rect">
            <a:avLst/>
          </a:prstGeom>
          <a:solidFill>
            <a:srgbClr val="EDF2F4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2B2D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1148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收尾：总结与行动计划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503920" y="1371600"/>
            <a:ext cx="457200" cy="3200400"/>
          </a:xfrm>
          <a:prstGeom prst="rect">
            <a:avLst/>
          </a:prstGeom>
          <a:solidFill>
            <a:srgbClr val="EF233C">
              <a:alpha val="8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2026-07-11T07:53:14Z</dcterms:created>
  <dcterms:modified xsi:type="dcterms:W3CDTF">2026-07-11T07:53:14Z</dcterms:modified>
</cp:coreProperties>
</file>