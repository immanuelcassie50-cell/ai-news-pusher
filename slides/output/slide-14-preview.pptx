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模式二：信息黑洞型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Black Hole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冲突特征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总部要数据，属地报喜不报忧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信息在传递过程中逐级衰减、失真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总部感觉被蒙在鼓里，决策缺乏依据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属地觉得"反正说了也没用"索性不说了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828800"/>
            <a:ext cx="1463040" cy="1463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057400"/>
            <a:ext cx="1005840" cy="1005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 rot="1800000">
            <a:off x="6126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 rot="-1800000">
            <a:off x="77724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 rot="5400000">
            <a:off x="69494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 rot="-5400000">
            <a:off x="69494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月度汇报时，属地精心挑选"安全"的数据上报；总部发现问题时，往往已经晚了三个月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