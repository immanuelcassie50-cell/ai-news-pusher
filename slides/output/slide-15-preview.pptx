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模式三：资源饥渴型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Hunger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冲突特征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属地不断伸手要预算、要人、要授权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总部觉得"已经给了那么多，还不够？"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属地抱怨"巧妇难为无米之炊"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资源分配变成零和博弈，互相算计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1097280" cy="1371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331720"/>
            <a:ext cx="137160" cy="548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2331720"/>
            <a:ext cx="137160" cy="6400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2331720"/>
            <a:ext cx="137160" cy="5943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2331720"/>
            <a:ext cx="13716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237744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26517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2860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Q3预算谈判时，属地总经理带着"生存危机"的剧本上门，总部CFO全程戒备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2026-06-30T02:34:33Z</dcterms:created>
  <dcterms:modified xsi:type="dcterms:W3CDTF">2026-06-30T02:34:33Z</dcterms:modified>
</cp:coreProperties>
</file>