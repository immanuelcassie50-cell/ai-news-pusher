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模块3要点回顾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人机协同有三种模式：AI backup、Partnership、AI dominance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325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并行工作法让人机同时工作，通过对比避免偏见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560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场景一：故障诊断——AI快，人准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56032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560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场景二：参数调优——AI分析数据，人判断环境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7947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场景三：容量规划——AI提供趋势，人加入非数据因素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947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人类始终在决策循环中，AI是工具不是替代者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2026-07-05T00:39:27Z</dcterms:created>
  <dcterms:modified xsi:type="dcterms:W3CDTF">2026-07-05T00:39:27Z</dcterms:modified>
</cp:coreProperties>
</file>