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840480" y="2651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第三方财富管理从代销驱动到买方受托的转型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0" y="3383280"/>
            <a:ext cx="22860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RECONSTRUCTION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2026-07-11T07:53:12Z</dcterms:created>
  <dcterms:modified xsi:type="dcterms:W3CDTF">2026-07-11T07:53:12Z</dcterms:modified>
</cp:coreProperties>
</file>