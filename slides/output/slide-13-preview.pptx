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模式一：遥控器失灵型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Control Failure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冲突特征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总部像操作遥控器一样远程指挥属地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属地执行时发现情况与总部预期不符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总部抱怨属地不听指挥、执行力差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属地委屈于"不了解当地实际情况"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28016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5F5F5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1554480"/>
            <a:ext cx="1280160" cy="1828800"/>
          </a:xfrm>
          <a:prstGeom prst="roundRect">
            <a:avLst>
              <a:gd name="adj" fmla="val 5714"/>
            </a:avLst>
          </a:prstGeom>
          <a:solidFill>
            <a:srgbClr val="33333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1737360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0" y="2103120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2468880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0" y="2834640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924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9244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C41E3A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总部在会议室看报表做决策，属地在前线凭经验打仗——两边都在赌对方能配合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2026-06-30T02:34:33Z</dcterms:created>
  <dcterms:modified xsi:type="dcterms:W3CDTF">2026-06-30T02:34:33Z</dcterms:modified>
</cp:coreProperties>
</file>