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课程的底层逻辑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信任不是靠话术建立的，是靠行为累积的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 rot="3600000">
            <a:off x="4572000" y="146304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5680651" y="338328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3600000">
            <a:off x="3463349" y="338328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63040"/>
            <a:ext cx="0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05156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69171" y="2971800"/>
            <a:ext cx="822960" cy="8229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5269171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51869" y="2971800"/>
            <a:ext cx="822960" cy="8229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3051869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05156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22402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20116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3200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37490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2026-07-11T07:53:31Z</dcterms:created>
  <dcterms:modified xsi:type="dcterms:W3CDTF">2026-07-11T07:53:31Z</dcterms:modified>
</cp:coreProperties>
</file>