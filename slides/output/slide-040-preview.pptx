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复杂场景的三种类型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109728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8016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多因素耦合型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25272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特征: 多个变量相互影响，无法单独分析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网络延迟突然增加，同时有流量异常、硬件告警、软件更新——问题根源不明确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人类角色: 判断哪个因素是主因，决定排查顺序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68880"/>
            <a:ext cx="109728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60604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罕见边界型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5786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特征: 超出正常分布的极端情况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8803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百年一遇的灾害天气导致数据中心全断，或全新类型的攻击手法出现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人类角色: 做出非常规决策，调用应急预案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94760"/>
            <a:ext cx="109728" cy="1188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93192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D9042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价值权衡型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90448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特征: 多个合理选项间需要价值判断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20624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案例: 升级系统需要停机4小时，但业务高峰期即将到来，停机损失难以估量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人类角色: 权衡利弊，做出最终决策并承担责任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2026-07-05T00:39:38Z</dcterms:created>
  <dcterms:modified xsi:type="dcterms:W3CDTF">2026-07-05T00:39:38Z</dcterms:modified>
</cp:coreProperties>
</file>