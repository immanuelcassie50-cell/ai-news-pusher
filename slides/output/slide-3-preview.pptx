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一个令人警醒的数据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的客户表示不信任理财顾问推荐的产品的真实原因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的客户曾被过度销售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次：平均一个客户需要接触才能形成真正的信任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数据来源：2024年中国财富管理行业客户信任度调研报告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2026-07-11T07:53:17Z</dcterms:created>
  <dcterms:modified xsi:type="dcterms:W3CDTF">2026-07-11T07:53:17Z</dcterms:modified>
</cp:coreProperties>
</file>