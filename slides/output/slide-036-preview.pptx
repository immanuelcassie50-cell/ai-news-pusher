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人始终在决策循环中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154680" y="1508760"/>
            <a:ext cx="2834640" cy="2834640"/>
          </a:xfrm>
          <a:prstGeom prst="ellipse">
            <a:avLst/>
          </a:prstGeom>
          <a:solidFill>
            <a:srgbClr val="EDF2F4"/>
          </a:solidFill>
          <a:ln w="25400">
            <a:solidFill>
              <a:srgbClr val="8D99A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056632" y="1618488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056632" y="1618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2468880"/>
            <a:ext cx="914400" cy="9144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人类角色（必须保留）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结果判断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异常否决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责任承担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AI角色（可替代）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96596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324612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388620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执行操作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不管AI多强大，最终决策权在人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2026-07-05T00:39:23Z</dcterms:created>
  <dcterms:modified xsi:type="dcterms:W3CDTF">2026-07-05T00:39:23Z</dcterms:modified>
</cp:coreProperties>
</file>