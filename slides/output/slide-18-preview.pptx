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课堂活动：冲突模式自诊断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4A574">
              <a:alpha val="8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活动目标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结合刚才学的四种冲突模式，识别自己团队最常见的冲突类型，并思考根本原因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463040" y="24231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回想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最近一次与总部/属地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的激烈冲突是什么？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22860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97680" y="24231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2900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属于四种模式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中的哪一种或几种？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2286000"/>
            <a:ext cx="25603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2423160"/>
            <a:ext cx="548640" cy="54864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2648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追问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6364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这场冲突背后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真正的诉求是什么？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C41E3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讨论：你的团队最常陷入哪种模式？这背后反映的是什么根本矛盾？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2026-06-30T02:34:33Z</dcterms:created>
  <dcterms:modified xsi:type="dcterms:W3CDTF">2026-06-30T02:34:33Z</dcterms:modified>
</cp:coreProperties>
</file>