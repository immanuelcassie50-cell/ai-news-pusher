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为什么这门课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2018年资管新规以来，财富管理行业经历了前所未有的信任危机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监管收紧：产品违约频发，刚性兑付打破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信任损耗：客户资产大幅缩水，投诉激增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7889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模式困境：代销模式利益错位，难以建立信任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61188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34747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能力缺口：理财顾问缺乏买方服务系统方法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核心问题：行业的信任基础与商业模式之间存在根本性矛盾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2026-07-11T07:53:29Z</dcterms:created>
  <dcterms:modified xsi:type="dcterms:W3CDTF">2026-07-11T07:53:29Z</dcterms:modified>
</cp:coreProperties>
</file>