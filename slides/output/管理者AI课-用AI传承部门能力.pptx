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73152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1280160"/>
            <a:ext cx="457200" cy="45720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3840480"/>
            <a:ext cx="548640" cy="548640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3200400"/>
            <a:ext cx="365760" cy="365760"/>
          </a:xfrm>
          <a:prstGeom prst="ellipse">
            <a:avLst/>
          </a:prstGeom>
          <a:solidFill>
            <a:srgbClr val="D4A5A5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用AI传承部门能力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管理者AI课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把老员工的判断力，变成组织可复制的资产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143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开场——为什么这件事比你想的更紧迫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诊断——你部门的隐性资产到底在哪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037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萃取——怎么把"老员工脑子里的判断"变成AI可以执行的规则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340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固化——怎么把萃取出来的规则变成可用的知识原型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644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验收——用真实数据检验你的知识原型，然后迭代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传承——怎么让知识原型在部门里持续运转、真正变成组织资产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附录：参考工具与方法速查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课程说明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为什么这门课对你重要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帮助管理者将老员工的隐性经验转化为可复制、可传承的组织资产，在人才流动时代构建持久竞争力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谁应该参加这门课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希望保留部门核心知识、减少人才流失损失的各级管理者；适合销售、研发、服务等技术型团队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学习形式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如何开展这门课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互动式工作坊，采用真实案例分析、模板实操、团队研讨的方式，让你在课堂上直接产出可用的知识原型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为什么这件事比你想的更紧迫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0" y="914400"/>
            <a:ext cx="1097280" cy="1097280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2286000"/>
            <a:ext cx="731520" cy="731520"/>
          </a:xfrm>
          <a:prstGeom prst="ellipse">
            <a:avLst/>
          </a:prstGeom>
          <a:solidFill>
            <a:srgbClr val="D4A5A5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3657600"/>
            <a:ext cx="548640" cy="5486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为什么这件事越来越紧迫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17320"/>
            <a:ext cx="822960" cy="8229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经验断层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老员工离职带走"隐性知识"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那些没有写在手册里的判断力、直觉、经验法则，随人走而不自知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417320"/>
            <a:ext cx="822960" cy="8229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知识流失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判断力、决策逻辑难以传递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你知道这件事该怎么做，但说不清为什么这样做，知识传递止步于"师傅带徒弟"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417320"/>
            <a:ext cx="822960" cy="8229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AI机遇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现在有能力把经验转化为可执行的规则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大语言模型让非结构化经验变成结构化知识成为可能，这是历史性的时间窗口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什么是隐性知识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377440"/>
            <a:ext cx="8229600" cy="36576"/>
          </a:xfrm>
          <a:prstGeom prst="rect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188720"/>
            <a:ext cx="2743200" cy="10972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显性知识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可编码、可传递、可文档化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21945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隐性知识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经验、直觉、洞察、Know-how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749040"/>
            <a:ext cx="137160" cy="13716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老员工对市场的敏锐判断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749040"/>
            <a:ext cx="137160" cy="13716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资深经理的危机处理直觉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4251960"/>
            <a:ext cx="137160" cy="13716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技术专家的问题排查思路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4251960"/>
            <a:ext cx="137160" cy="13716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优秀销售的谈判节奏把控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冰山模型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90%的能力藏在水下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管理者的两难困境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1430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2801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业务压力大，没时间沉淀知识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每天被紧急事务推着走，知识萃取被认为是「锦上添花」而非「必修功课」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91440" cy="11430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69748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知识萃取太抽象，不知道从何入手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9718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萃取方法论听起来正确，但落地时无从下手，缺乏可操作的工具和流程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91440" cy="11430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即使萃取出来，也难以规模化传承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2519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文档写了、课程开了，但新员工还是「学不会」，知识没有真正转化为能力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45262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D4A5A5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困境的本质：隐性知识难以被系统化管理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AI改变了什么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知识停留在人脑中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267712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经验随人员流动而流失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79192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培训效果无法量化评估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090672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知识传承依赖「师徒制」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502152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能力复制速度慢、成本高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2194560"/>
            <a:ext cx="6400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知识转化为可复制规则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83480" y="226771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AI辅助萃取隐性经验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67919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数字化知识库持续积累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09067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智能问答即时支持员工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50215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能力复制速度提升10倍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D4A5A5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AI可以将隐藏在专家大脑中的「默会知识」转化为可描述、可复制、可传播的「算法规则」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案例：离职员工带走核心能力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某公司核心技术岗位的10年老员工张经理离职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084832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掌握核心客户关系和供应链资源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32304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59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了解所有关键技术难点和解决方案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79776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066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团队依赖他做最终技术决策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540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离职后团队半年内无法填补空缺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005840"/>
            <a:ext cx="2743200" cy="1828800"/>
          </a:xfrm>
          <a:prstGeom prst="round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直接损失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项目延期3个月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间接损失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核心能力断层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109728" cy="1371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关键教训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" y="368503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6118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知识沉淀是组织的「保险」，不是员工的「筹码」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405079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39776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萃取的最佳时机是员工在职时，而非离职后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441655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3434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没有系统化沉淀的能力，迟早会成为组织的「定时炸弹」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你将获得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系统化萃取方法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一套经过验证的知识萃取框架，将隐性经验转化为可复制的方法论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25880"/>
            <a:ext cx="594360" cy="5943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35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AI驱动传承工具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使用大语言模型加速知识沉淀，降低80%的文档整理时间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63240"/>
            <a:ext cx="594360" cy="5943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20+真实企业管理场景，覆盖研发、销售、运营等核心业务领域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63240"/>
            <a:ext cx="594360" cy="5943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35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可落地行动方案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每个模块提供具体工具和模板，上完课就能在团队中试点实施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45262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D4A5A5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让组织的核心能力不再依赖「关键个人」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你部门的隐性资产到底在哪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4114800"/>
            <a:ext cx="18288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发现你部门的隐性资产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什么是隐性知识？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存在于员工头脑中、难以文档化的经验、直觉、诀窍和文化认知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员工离职带走十几年经验，新人要从零开始，部门能力断层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在哪里寻找隐性知识？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749040"/>
            <a:ext cx="411480" cy="411480"/>
          </a:xfrm>
          <a:prstGeom prst="ellipse">
            <a:avLst/>
          </a:prstGeom>
          <a:solidFill>
            <a:srgbClr val="D4A5A5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日常决策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995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老员工如何判断优先级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118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749040"/>
            <a:ext cx="411480" cy="411480"/>
          </a:xfrm>
          <a:prstGeom prst="ellipse">
            <a:avLst/>
          </a:prstGeom>
          <a:solidFill>
            <a:srgbClr val="D4A5A5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721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问题处理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995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遇到难题时的思路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526280"/>
            <a:ext cx="411480" cy="411480"/>
          </a:xfrm>
          <a:prstGeom prst="ellipse">
            <a:avLst/>
          </a:prstGeom>
          <a:solidFill>
            <a:srgbClr val="D4A5A5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498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人际网络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773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找谁能解决问题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3891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4526280"/>
            <a:ext cx="411480" cy="411480"/>
          </a:xfrm>
          <a:prstGeom prst="ellipse">
            <a:avLst/>
          </a:prstGeom>
          <a:solidFill>
            <a:srgbClr val="D4A5A5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4498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隐形流程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4773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约定俗成的做事方式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隐性知识的三个层次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D4A5A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14300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认知型知识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know-what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是什么？事实、概念和判断标准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例：这个指标反映了什么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23160"/>
            <a:ext cx="73152" cy="11430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74320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技能型知识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know-how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怎么做？具体操作技巧和经验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例：这种客户投诉要这样处理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3657600"/>
            <a:ext cx="7132320" cy="11430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657600"/>
            <a:ext cx="73152" cy="1143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397764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2024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动机型知识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202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know-why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为什么做？做事的动力源和价值观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例：相信客户成功才能长期共赢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25603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9552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难传承度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诊断工具：知识盘点表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用途：识别部门内哪些隐性知识已经存在，哪些即将流失，哪些需要建立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知识领域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82880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流失风险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价值评估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1828800"/>
            <a:ext cx="1554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传承方式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28600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228600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28600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2286000"/>
            <a:ext cx="1554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师徒制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01168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2880360"/>
            <a:ext cx="137160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2880360"/>
            <a:ext cx="164592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2880360"/>
            <a:ext cx="164592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2880360"/>
            <a:ext cx="155448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内部流程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68880" y="347472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3474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0" y="347472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3474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0" y="347472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474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3474720"/>
            <a:ext cx="1554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3474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069080"/>
            <a:ext cx="201168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68880" y="4069080"/>
            <a:ext cx="137160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4069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40480" y="4069080"/>
            <a:ext cx="164592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4069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0" y="4069080"/>
            <a:ext cx="164592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069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32320" y="4069080"/>
            <a:ext cx="1554480" cy="594360"/>
          </a:xfrm>
          <a:prstGeom prst="rect">
            <a:avLst/>
          </a:prstGeom>
          <a:solidFill>
            <a:srgbClr val="FDF8F8"/>
          </a:solidFill>
          <a:ln w="6350">
            <a:solidFill>
              <a:srgbClr val="D4A5A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4069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关键提问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57200" y="466344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C45C5C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谁走了，这个领域会瘫痪？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91840" y="466344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C45C5C">
              <a:alpha val="8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338328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谁能解决这个问题？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26480" y="466344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C45C5C">
              <a:alpha val="8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这个经验有多少人知道？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4" name="Text 6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练习：盘点你部门的隐性资产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3716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练习说明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拿出知识盘点表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对照三个知识层次思考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填写你观察到的实际情况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标注最紧急需要传承的内容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49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个人思考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先独立填写，再小组分享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填写模板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9260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我部门最重要的隐性知识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写下1-2项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29260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掌握这项知识的人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52044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520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写下人名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29260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流失风险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高/中/低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29260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计划如何传承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452628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讨论：谁的离开会让部门最受伤？这背后的知识是什么？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用AI传承部门能力——管理者AI课</dc:title>
  <dc:subject>管理者AI课</dc:subject>
  <dc:creator>Course Creator</dc:creator>
  <cp:lastModifiedBy>Course Creator</cp:lastModifiedBy>
  <cp:revision>1</cp:revision>
  <dcterms:created xsi:type="dcterms:W3CDTF">2026-06-29T13:28:43Z</dcterms:created>
  <dcterms:modified xsi:type="dcterms:W3CDTF">2026-06-29T13:28:43Z</dcterms:modified>
</cp:coreProperties>
</file>