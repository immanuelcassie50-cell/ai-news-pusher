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82880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603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复杂场景的人类判断力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在AI不确定时，人类必须站出来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2026-07-05T00:39:31Z</dcterms:created>
  <dcterms:modified xsi:type="dcterms:W3CDTF">2026-07-05T00:39:31Z</dcterms:modified>
</cp:coreProperties>
</file>