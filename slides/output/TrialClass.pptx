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A4E6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731520"/>
            <a:ext cx="2011680" cy="2011680"/>
          </a:xfrm>
          <a:prstGeom prst="ellipse">
            <a:avLst/>
          </a:prstGeom>
          <a:solidFill>
            <a:srgbClr val="9A8C9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45920"/>
            <a:ext cx="73152" cy="25603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注意力管理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10分钟精华试听课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2286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专注力就是竞争力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2223B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方太文化研究院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4018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01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注意力是什么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本质与机制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4602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460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管理注意力三步法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761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聚焦、保持、切换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4518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518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日常训练技巧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67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随时随地练专注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22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额外内容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2个互动环节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课程转化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3840480"/>
            <a:ext cx="1371600" cy="1371600"/>
          </a:xfrm>
          <a:prstGeom prst="ellipse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114800"/>
            <a:ext cx="731520" cy="731520"/>
          </a:xfrm>
          <a:prstGeom prst="ellipse">
            <a:avLst/>
          </a:prstGeom>
          <a:solidFill>
            <a:srgbClr val="9A8C9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知识点一：注意力的本质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注意力是大脑对信息进行选择性加工的能力。它不是"抓取"更多，而是"筛选"更准。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60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扎克伯格常年只穿灰色T恤。他说："我不希望每天早上为了穿什么浪费精力，因为真正的决策不在衣服上。"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11480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回顾你最近一周的工作/生活，找出3件"看似必要但实际浪费注意力"的事情。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560320" cy="2560320"/>
          </a:xfrm>
          <a:prstGeom prst="ellipse">
            <a:avLst/>
          </a:prstGeom>
          <a:solidFill>
            <a:srgbClr val="22223B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737360"/>
            <a:ext cx="1828800" cy="1828800"/>
          </a:xfrm>
          <a:prstGeom prst="ellipse">
            <a:avLst/>
          </a:prstGeom>
          <a:solidFill>
            <a:srgbClr val="9A8C98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2103120"/>
            <a:ext cx="1097280" cy="10972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0" y="4114800"/>
            <a:ext cx="109728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4297680"/>
            <a:ext cx="73152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4114800"/>
            <a:ext cx="457200" cy="73152"/>
          </a:xfrm>
          <a:prstGeom prst="rect">
            <a:avLst/>
          </a:prstGeom>
          <a:solidFill>
            <a:srgbClr val="4A4E69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知识点二：注意力管理三步法则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C9ADA7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</a:t>
            </a:r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注意力管理不是节省时间，而是管理注意力资源的质量。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7406640" cy="36576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15087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1752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明确目标，一次只做一件事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7830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5087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0644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472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排除干扰，维持专注状态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7830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5087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完成一项后，有意识过渡到下一项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29000"/>
            <a:ext cx="54864" cy="11430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93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7947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谷爱凌在夺冠前分享："我会把训练和休息完全分开。训练时100%专注，休息时完全不回想训练。"这种"深度沉浸+完全放空"的节奏，是注意力管理的典范。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342900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22223B">
              <a:alpha val="10000"/>
            </a:srgbClr>
          </a:solidFill>
          <a:ln w="19050">
            <a:solidFill>
              <a:srgbClr val="2222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493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3794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选择一个正在进行的项目，用三步法规划你接下来的工作节奏。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知识点三：日常注意力训练技巧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C9ADA7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</a:t>
            </a:r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注意力像肌肉，可以通过日常训练增强。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73152" cy="7772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5166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51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呼吸训练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每天3次，每次1分钟深呼吸（4秒吸气，7秒屏息，8秒呼气）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06040"/>
            <a:ext cx="73152" cy="7772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606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6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715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单点凝视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任意选取一个物体，凝视60秒不转移注意力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20440"/>
            <a:ext cx="73152" cy="7772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680460"/>
            <a:ext cx="457200" cy="45720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804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630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番茄工作法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25分钟专注工作 + 5分钟休息，循环往复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54864" cy="10515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21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00507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NBA球星库里在赛前热身时，会进行专门的视觉专注训练——盯着篮筐中心点呼吸，据说这帮助他在比赛中保持高度专注。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365760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22223B">
              <a:alpha val="10000"/>
            </a:srgbClr>
          </a:solidFill>
          <a:ln w="19050">
            <a:solidFill>
              <a:srgbClr val="2222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721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40050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从今天开始，选择一个技巧，坚持练习3天，记录你的感受变化。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互动环节一：注意力自我检测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请根据自己的实际情况打分（1-5分，5分最高）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工作时，你平均多久查看一次手机/消息？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5448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4173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同时处理多项任务时，你的效率下降程度？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51460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3774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长时间会议后，你还能保持专注吗？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51460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3774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面对多个项目时，你能清晰区分优先级吗？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评分参考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22223B">
              <a:alpha val="15000"/>
            </a:srgbClr>
          </a:solidFill>
          <a:ln w="19050">
            <a:solidFill>
              <a:srgbClr val="222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18-20分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注意力管理高手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3657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4A4E69">
              <a:alpha val="15000"/>
            </a:srgbClr>
          </a:solidFill>
          <a:ln w="19050">
            <a:solidFill>
              <a:srgbClr val="4A4E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13-17分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0604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需要提升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9A8C98">
              <a:alpha val="15000"/>
            </a:srgbClr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亟需改善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3657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76F51">
              <a:alpha val="15000"/>
            </a:srgbClr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8分以下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系统学习刻不容缓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互动环节二：小组讨论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你在什么时候最容易分心？当时发生了什么？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分心前你在做什么？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是什么触发了你的分心？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分心后你花了多少时间才重新专注？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51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如果重来一次，你可以怎样避免？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22402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3分钟个人思考 + 5分钟小组分享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45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分心的成本不只是当下损失的时间，更包括重新进入深度工作状态所需的'启动时间'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课程总结与报名引导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今日收获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注意力是大脑的选择性加工能力，可以通过练习提升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聚焦、保持、切换是注意力管理的核心三步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呼吸训练、单点凝视、番茄工作法是日常训练的有效工具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正式课程亮点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66360" y="1709928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8节系统课程，从原理到实践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66360" y="2212848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每日5分钟训练，21天养成专注习惯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66360" y="2715768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1对1答疑辅导，个性化提升方案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474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22223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611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立即报名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方太文化研究院《注意力管理》正式课程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443484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早鸟价：限时优惠中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C9ADA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34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咨询报名：方太文化研究院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方太文化研究院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注意力管理 - 10分钟精华试听课</dc:title>
  <dc:subject>注意力管理 trial course</dc:subject>
  <dc:creator>方太文化研究院</dc:creator>
  <cp:lastModifiedBy>方太文化研究院</cp:lastModifiedBy>
  <cp:revision>1</cp:revision>
  <dcterms:created xsi:type="dcterms:W3CDTF">2026-08-30T01:11:23Z</dcterms:created>
  <dcterms:modified xsi:type="dcterms:W3CDTF">2026-08-30T01:11:23Z</dcterms:modified>
</cp:coreProperties>
</file>