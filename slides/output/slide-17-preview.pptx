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四种模式对比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模式名称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0058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00584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总部表现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00584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属地表现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16459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463040"/>
            <a:ext cx="54864" cy="6400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遥控器失灵型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146304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总部远程指挥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属地执行走样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146304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看报表做决策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不了解实情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凭经验打仗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抱怨不支持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164592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103120"/>
            <a:ext cx="54864" cy="6400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103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信息黑洞型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03120" y="210312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信息传递失真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报喜不报忧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2103120"/>
            <a:ext cx="22860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感觉被蒙蔽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决策缺依据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2103120"/>
            <a:ext cx="22860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说了也没用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索性不说了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743200"/>
            <a:ext cx="16459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2743200"/>
            <a:ext cx="54864" cy="6400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743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资源饥渴型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03120" y="274320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资源分配博弈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零和游戏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0" y="274320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已经给太多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还在要？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274320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巧妇难为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无米之炊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164592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3383280"/>
            <a:ext cx="54864" cy="6400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383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双重标准型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03120" y="338328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9456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规则双重标准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信任崩塌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0" y="3383280"/>
            <a:ext cx="22860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只许州官放火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朝令夕改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3383280"/>
            <a:ext cx="22860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被针对感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形式合作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4389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四种冲突模式本质都是总部与属地之间的"委托-代理"问题——信息不对称 + 激励不相容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2026-06-30T02:34:33Z</dcterms:created>
  <dcterms:modified xsi:type="dcterms:W3CDTF">2026-06-30T02:34:33Z</dcterms:modified>
</cp:coreProperties>
</file>