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四步法第三步——约束边界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告诉AI不要做什么，同样重要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4114800" cy="1828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不要让AI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假设未确认的事实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做无法验证的预测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承担决策责任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2344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D90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554480"/>
            <a:ext cx="4114800" cy="1828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应该明确告知AI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187452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哪些信息是不确定的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5146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要求列出假设和前提条件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15468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指出不确定的地方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977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边界清晰 = 输出可用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2026-07-05T00:39:28Z</dcterms:created>
  <dcterms:modified xsi:type="dcterms:W3CDTF">2026-07-05T00:39:28Z</dcterms:modified>
</cp:coreProperties>
</file>