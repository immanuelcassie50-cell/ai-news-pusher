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模式四：双重标准型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Standards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冲突特征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总部对属地一套标准，对自己另一套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属地感觉被针对，"为什么我能做，你不能？"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规则朝令夕改，或者只许州官放火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信任崩塌，合作变成形式大于实质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2801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5F5F5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0" y="3200400"/>
            <a:ext cx="548640" cy="3657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Shape 9"/>
          <p:cNvSpPr/>
          <p:nvPr/>
        </p:nvSpPr>
        <p:spPr>
          <a:xfrm>
            <a:off x="7251192" y="1828800"/>
            <a:ext cx="128016" cy="13716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828800"/>
            <a:ext cx="2194560" cy="10972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2103120"/>
            <a:ext cx="822960" cy="36576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148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0" y="2286000"/>
            <a:ext cx="640080" cy="27432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23042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41E3A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总部要求属地控制成本，自己却不断追加战略投入；属地觉得规则是给"别人"定的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2026-06-30T02:34:33Z</dcterms:created>
  <dcterms:modified xsi:type="dcterms:W3CDTF">2026-06-30T02:34:33Z</dcterms:modified>
</cp:coreProperties>
</file>