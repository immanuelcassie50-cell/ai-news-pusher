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大脑神经机制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神经可塑性变化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4754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频繁使用外部工具会改变大脑神经网络结构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前额叶皮层(负责深度思考)活跃度下降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海马体(负责记忆)可能萎缩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神经突触连接强度改变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0" y="1188720"/>
            <a:ext cx="2560320" cy="2926080"/>
          </a:xfrm>
          <a:prstGeom prst="ellipse">
            <a:avLst/>
          </a:prstGeom>
          <a:solidFill>
            <a:srgbClr val="8D99AE">
              <a:alpha val="15000"/>
            </a:srgbClr>
          </a:solidFill>
          <a:ln w="19050">
            <a:solidFill>
              <a:srgbClr val="8D99A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0" y="1645920"/>
            <a:ext cx="914400" cy="914400"/>
          </a:xfrm>
          <a:prstGeom prst="ellipse">
            <a:avLst/>
          </a:prstGeom>
          <a:solidFill>
            <a:srgbClr val="EF233C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132320" y="2103120"/>
            <a:ext cx="731520" cy="731520"/>
          </a:xfrm>
          <a:prstGeom prst="ellipse">
            <a:avLst/>
          </a:prstGeom>
          <a:solidFill>
            <a:srgbClr val="D90429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583680" y="2743200"/>
            <a:ext cx="914400" cy="731520"/>
          </a:xfrm>
          <a:prstGeom prst="ellipse">
            <a:avLst/>
          </a:prstGeom>
          <a:solidFill>
            <a:srgbClr val="8D99AE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035040" y="4114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前额叶皮层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0" y="34747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海马体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4023360"/>
            <a:ext cx="5029200" cy="914400"/>
          </a:xfrm>
          <a:prstGeom prst="roundRect">
            <a:avLst>
              <a:gd name="adj" fmla="val 8000"/>
            </a:avLst>
          </a:prstGeom>
          <a:solidFill>
            <a:srgbClr val="D90429">
              <a:alpha val="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02336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大脑用进废退——越依赖外部工具,内在能力越弱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记忆系统的改变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8D99AE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自然记忆模式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信息经过深度加工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形成长期记忆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知识关联性强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提取速度快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2743200"/>
          </a:xfrm>
          <a:prstGeom prst="roundRect">
            <a:avLst>
              <a:gd name="adj" fmla="val 3333"/>
            </a:avLst>
          </a:prstGeom>
          <a:solidFill>
            <a:srgbClr val="D90429">
              <a:alpha val="8000"/>
            </a:srgbClr>
          </a:solidFill>
          <a:ln w="12700">
            <a:solidFill>
              <a:srgbClr val="D90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2801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AI辅助记忆模式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0" y="182880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信息直接外部存储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依赖检索而非记忆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知识碎片化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提取依赖设备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34840" y="2286000"/>
            <a:ext cx="274320" cy="73152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当信息存储外部化,大脑的记忆编码能力正在弱化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46720" y="3931920"/>
            <a:ext cx="822960" cy="822960"/>
          </a:xfrm>
          <a:prstGeom prst="ellipse">
            <a:avLst/>
          </a:prstGeom>
          <a:solidFill>
            <a:srgbClr val="EF233C">
              <a:alpha val="20000"/>
            </a:srgbClr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批判性思维的弱化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91440" cy="86868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3444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80160" y="118872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分析能力下降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55448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习惯直接获取答案,丧失独立分析问题的动力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075688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075688"/>
            <a:ext cx="91440" cy="86868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212848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280160" y="2167128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逻辑推理弱化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253288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依赖AI生成论点,自己不再进行逻辑推演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054096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054096"/>
            <a:ext cx="91440" cy="86868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191256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280160" y="3145536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创新思维受限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3511296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AI生成的内容形成思维定式,难以突破框架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032504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032504"/>
            <a:ext cx="91440" cy="86868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169664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280160" y="412394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判断力受损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80160" y="4489704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无法辨别AI生成内容的真实性和局限性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57200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D90429">
              <a:alpha val="1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5720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批判性思维是辩论的核心能力——一旦丧失,辩论失去意义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科学研究发现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2011680" y="13258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受调查者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011680" y="16916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承认在辩论前过度依赖AI工具准备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28016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309360" y="13258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记忆能力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09360" y="16916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长期使用AI辅助的人群记忆测试分数下降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10896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3x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2011680" y="31546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依赖风险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011680" y="35204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频繁使用AI者批判性思维测试得分仅为偶尔使用者的1/3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92608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310896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6309360" y="31546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专家认同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09360" y="35204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心理学专家认为AI辅助学习存在认知风险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数据来源:多项认知心理学研究综合 (2019-2024)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数据说话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539496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188720"/>
            <a:ext cx="27432" cy="3200400"/>
          </a:xfrm>
          <a:prstGeom prst="rect">
            <a:avLst/>
          </a:prstGeom>
          <a:solidFill>
            <a:srgbClr val="8D99AE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4389120"/>
            <a:ext cx="5029200" cy="27432"/>
          </a:xfrm>
          <a:prstGeom prst="rect">
            <a:avLst/>
          </a:prstGeom>
          <a:solidFill>
            <a:srgbClr val="8D99AE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3703320"/>
            <a:ext cx="640080" cy="6858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3832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4805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49424" y="3511296"/>
            <a:ext cx="640080" cy="87782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2249424" y="319125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49424" y="44805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67328" y="3154680"/>
            <a:ext cx="640080" cy="12344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4" name="Text 12"/>
          <p:cNvSpPr/>
          <p:nvPr/>
        </p:nvSpPr>
        <p:spPr>
          <a:xfrm>
            <a:off x="3767328" y="28346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67328" y="44805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285232" y="2798064"/>
            <a:ext cx="640080" cy="1591056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7" name="Text 15"/>
          <p:cNvSpPr/>
          <p:nvPr/>
        </p:nvSpPr>
        <p:spPr>
          <a:xfrm>
            <a:off x="5285232" y="247802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85232" y="44805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03136" y="2414016"/>
            <a:ext cx="640080" cy="197510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0" name="Text 18"/>
          <p:cNvSpPr/>
          <p:nvPr/>
        </p:nvSpPr>
        <p:spPr>
          <a:xfrm>
            <a:off x="6803136" y="209397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03136" y="44805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321040" y="2057400"/>
            <a:ext cx="640080" cy="233172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23" name="Text 21"/>
          <p:cNvSpPr/>
          <p:nvPr/>
        </p:nvSpPr>
        <p:spPr>
          <a:xfrm>
            <a:off x="8321040" y="17373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321040" y="44805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" y="640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过度依赖AI的辩论者比例趋势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17920" y="128016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D9042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14173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5年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400800" y="19202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增长60%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00800" y="22402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AI依赖者比例急剧上升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292608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D9042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30632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6400800" y="35661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85%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00800" y="38862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创下历史新高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专家观点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60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D90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005840" y="118872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AI是强大的工具,但不应成为思考的替代品。真正的学习发生在我们克服困难的过程中。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828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斯坦福大学认知心理学家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0" y="18288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Dr. Sarah Chen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82296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D90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1005840" y="256032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每一次我们让AI替我们思考,大脑就失去了一次锻炼的机会。认知能力需要持续挑战才能保持敏锐。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200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麻省理工学院神经科学教授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32004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Prof. Michael Zhang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794760"/>
            <a:ext cx="82296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703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D90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1005840" y="393192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辩论的核心价值在于思维碰撞。当AI介入过度,这场碰撞就失去了意义。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4572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国际辩论锦标赛首席评委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45720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James Robertson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D90429">
              <a:alpha val="15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认知卸载警示：辩论时过度依赖AI的隐性代价</dc:title>
  <dc:subject>PptxGenJS Presentation</dc:subject>
  <dc:creator>Course Creator</dc:creator>
  <cp:lastModifiedBy>Course Creator</cp:lastModifiedBy>
  <cp:revision>1</cp:revision>
  <dcterms:created xsi:type="dcterms:W3CDTF">2026-07-25T12:56:45Z</dcterms:created>
  <dcterms:modified xsi:type="dcterms:W3CDTF">2026-07-25T12:56:45Z</dcterms:modified>
</cp:coreProperties>
</file>