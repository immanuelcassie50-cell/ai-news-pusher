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学习地图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1371600"/>
            <a:ext cx="384048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371600"/>
            <a:ext cx="3840480" cy="731520"/>
          </a:xfrm>
          <a:prstGeom prst="roundRect">
            <a:avLst>
              <a:gd name="adj" fmla="val 12500"/>
            </a:avLst>
          </a:prstGeom>
          <a:solidFill>
            <a:srgbClr val="2B2D42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828800"/>
            <a:ext cx="3840480" cy="2743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7160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777240" y="2468880"/>
            <a:ext cx="640080" cy="365760"/>
          </a:xfrm>
          <a:prstGeom prst="roundRect">
            <a:avLst>
              <a:gd name="adj" fmla="val 12500"/>
            </a:avLst>
          </a:prstGeom>
          <a:solidFill>
            <a:srgbClr val="EDF2F4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4688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上午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08760" y="23774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模块一：信任危机的本质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3063240"/>
            <a:ext cx="3474720" cy="9144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3383280"/>
            <a:ext cx="640080" cy="365760"/>
          </a:xfrm>
          <a:prstGeom prst="roundRect">
            <a:avLst>
              <a:gd name="adj" fmla="val 12500"/>
            </a:avLst>
          </a:prstGeom>
          <a:solidFill>
            <a:srgbClr val="EDF2F4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3832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下午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08760" y="3291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模块二：从卖方驱动到买方受托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92040" y="1371600"/>
            <a:ext cx="384048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92040" y="1371600"/>
            <a:ext cx="3840480" cy="731520"/>
          </a:xfrm>
          <a:prstGeom prst="roundRect">
            <a:avLst>
              <a:gd name="adj" fmla="val 12500"/>
            </a:avLst>
          </a:prstGeom>
          <a:solidFill>
            <a:srgbClr val="EF233C"/>
          </a:solidFill>
          <a:ln/>
        </p:spPr>
      </p:sp>
      <p:sp>
        <p:nvSpPr>
          <p:cNvPr id="17" name="Shape 15"/>
          <p:cNvSpPr/>
          <p:nvPr/>
        </p:nvSpPr>
        <p:spPr>
          <a:xfrm>
            <a:off x="4892040" y="1828800"/>
            <a:ext cx="3840480" cy="2743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137160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5074920" y="2468880"/>
            <a:ext cx="640080" cy="365760"/>
          </a:xfrm>
          <a:prstGeom prst="roundRect">
            <a:avLst>
              <a:gd name="adj" fmla="val 12500"/>
            </a:avLst>
          </a:prstGeom>
          <a:solidFill>
            <a:srgbClr val="EDF2F4"/>
          </a:solidFill>
          <a:ln/>
        </p:spPr>
      </p:sp>
      <p:sp>
        <p:nvSpPr>
          <p:cNvPr id="20" name="Text 18"/>
          <p:cNvSpPr/>
          <p:nvPr/>
        </p:nvSpPr>
        <p:spPr>
          <a:xfrm>
            <a:off x="5074920" y="24688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上午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06440" y="23774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模块三：信任重建的实践路径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74920" y="3063240"/>
            <a:ext cx="3474720" cy="9144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3" name="Shape 21"/>
          <p:cNvSpPr/>
          <p:nvPr/>
        </p:nvSpPr>
        <p:spPr>
          <a:xfrm>
            <a:off x="5074920" y="3383280"/>
            <a:ext cx="640080" cy="365760"/>
          </a:xfrm>
          <a:prstGeom prst="roundRect">
            <a:avLst>
              <a:gd name="adj" fmla="val 12500"/>
            </a:avLst>
          </a:prstGeom>
          <a:solidFill>
            <a:srgbClr val="EDF2F4"/>
          </a:solidFill>
          <a:ln/>
        </p:spPr>
      </p:sp>
      <p:sp>
        <p:nvSpPr>
          <p:cNvPr id="24" name="Text 22"/>
          <p:cNvSpPr/>
          <p:nvPr/>
        </p:nvSpPr>
        <p:spPr>
          <a:xfrm>
            <a:off x="5074920" y="33832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下午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06440" y="3291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案例与行动计划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434840" y="2651760"/>
            <a:ext cx="274320" cy="54864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7" name="Shape 25"/>
          <p:cNvSpPr/>
          <p:nvPr/>
        </p:nvSpPr>
        <p:spPr>
          <a:xfrm>
            <a:off x="4617720" y="2578608"/>
            <a:ext cx="201168" cy="201168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28" name="Shape 2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2026-07-11T07:53:34Z</dcterms:created>
  <dcterms:modified xsi:type="dcterms:W3CDTF">2026-07-11T07:53:34Z</dcterms:modified>
</cp:coreProperties>
</file>