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目标学员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37160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69164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8680" y="265176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51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理财顾问、客户经理、财富管理师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137160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69164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749040" y="265176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EDF2F4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651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108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客户信任度持续下降，签单周期不断延长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55080" y="137160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69480" y="169164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629400" y="265176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EDF2F4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651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3108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从产品销售导向转向真正以客户利益为中心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2026-07-11T07:53:26Z</dcterms:created>
  <dcterms:modified xsi:type="dcterms:W3CDTF">2026-07-11T07:53:26Z</dcterms:modified>
</cp:coreProperties>
</file>