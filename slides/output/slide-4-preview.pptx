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37160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233172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86200" y="155448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理解信任危机的本质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3774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掌握买方受托的核心能力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14600" y="356616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54864" cy="1965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173736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4736" y="274320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174736" y="374904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2026-07-11T07:53:20Z</dcterms:created>
  <dcterms:modified xsi:type="dcterms:W3CDTF">2026-07-11T07:53:20Z</dcterms:modified>
</cp:coreProperties>
</file>