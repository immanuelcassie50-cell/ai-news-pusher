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从想法到实践的三步法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AI落地实战 · 课程二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单任务AI重构三步法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2377440" cy="2926080"/>
          </a:xfrm>
          <a:prstGeom prst="rect">
            <a:avLst>
              <a:gd name="adj" fmla="val 3846"/>
            </a:avLst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64592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定义边界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明确AI做什么、不做什么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377440" cy="2926080"/>
          </a:xfrm>
          <a:prstGeom prst="rect">
            <a:avLst>
              <a:gd name="adj" fmla="val 3846"/>
            </a:avLst>
          </a:prstGeom>
          <a:solidFill>
            <a:srgbClr val="D4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64592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2468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设计嵌入点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AI在现有流程中的位置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468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377440" cy="2926080"/>
          </a:xfrm>
          <a:prstGeom prst="rect">
            <a:avLst>
              <a:gd name="adj" fmla="val 3846"/>
            </a:avLst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64592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建立校验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108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确保输出质量可控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第一步（上）：定义AI做什么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280160" cy="411480"/>
          </a:xfrm>
          <a:prstGeom prst="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输出类型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280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AI的输出是什么？（报告？代码？邮件？）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1280160" cy="411480"/>
          </a:xfrm>
          <a:prstGeom prst="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23774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输出的格式是什么？（长度、结构、风格）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914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474720"/>
            <a:ext cx="1280160" cy="411480"/>
          </a:xfrm>
          <a:prstGeom prst="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质量标准是什么？（及格/良好/优秀）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457200"/>
          </a:xfrm>
          <a:prstGeom prst="rect">
            <a:avLst>
              <a:gd name="adj" fmla="val 16000"/>
            </a:avLst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提示：先想清楚这三个问题，AI任务就成功了一半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安全须知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53312"/>
            <a:ext cx="411480" cy="41148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课堂内容仅供内部学习使用，请勿外传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411480" cy="41148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尊重每位学员的分享，保护隐私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411480" cy="41148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834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鼓励提问与讨论，但避免偏离主题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411480" cy="41148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案例分析时，请勿对号入座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457200"/>
          </a:xfrm>
          <a:prstGeom prst="rect">
            <a:avLst>
              <a:gd name="adj" fmla="val 16000"/>
            </a:avLst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如有不适，请随时告知工作人员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课堂约定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0"/>
          </a:xfrm>
          <a:prstGeom prst="rect">
            <a:avLst>
              <a:gd name="adj" fmla="val 16000"/>
            </a:avLst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我们鼓励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开放的心态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真诚的分享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独立的思考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457200"/>
          </a:xfrm>
          <a:prstGeom prst="rect">
            <a:avLst>
              <a:gd name="adj" fmla="val 16000"/>
            </a:avLst>
          </a:pr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我们避免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急于下定论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274320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攻击性争论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7760" y="356616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沉默旁观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926080" y="21945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926080" y="30175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从冲稳保的语法，到判断力的核心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“冲稳保不是志愿填报的思想，是它的标点符号。”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463040"/>
          </a:xfrm>
          <a:prstGeom prst="rect">
            <a:avLst>
              <a:gd name="adj" fmla="val 6250"/>
            </a:avLst>
          </a:prstGeom>
          <a:solidFill>
            <a:srgbClr val="D4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08960"/>
            <a:ext cx="91440" cy="146304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去年，一位爸爸拿着自己用小程序排好的梯度表来找我...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冲稳保的陷阱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1645920"/>
          </a:xfrm>
          <a:prstGeom prst="rect">
            <a:avLst>
              <a:gd name="adj" fmla="val 5556"/>
            </a:avLst>
          </a:prstGeom>
          <a:solidFill>
            <a:srgbClr val="D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91440" cy="1645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常见思维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→ 冲稳保梯度 → 填表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忽略了对学生个体的理解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114800" cy="1645920"/>
          </a:xfrm>
          <a:prstGeom prst="rect">
            <a:avLst>
              <a:gd name="adj" fmla="val 5556"/>
            </a:avLst>
          </a:prstGeom>
          <a:solidFill>
            <a:srgbClr val="D4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188720"/>
            <a:ext cx="91440" cy="164592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这个孩子是谁？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ta想学什么？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分数只是硬约束，约束的是“你能进哪个范围”，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不是“你该往哪个方向走”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一个真实的案例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1645920"/>
          </a:xfrm>
          <a:prstGeom prst="rect">
            <a:avLst>
              <a:gd name="adj" fmla="val 5556"/>
            </a:avLst>
          </a:prstGeom>
          <a:solidFill>
            <a:srgbClr val="D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457200"/>
          </a:xfrm>
          <a:prstGeom prst="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3931920" cy="228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学生档案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理科男生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分数够985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喜欢打游戏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645920"/>
          </a:xfrm>
          <a:prstGeom prst="rect">
            <a:avLst>
              <a:gd name="adj" fmla="val 5556"/>
            </a:avLst>
          </a:prstGeom>
          <a:solidFill>
            <a:srgbClr val="D4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457200"/>
          </a:xfrm>
          <a:prstGeom prst="rect">
            <a:avLst>
              <a:gd name="adj" fmla="val 20000"/>
            </a:avLst>
          </a:prstGeom>
          <a:solidFill>
            <a:srgbClr val="8C8C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417320"/>
            <a:ext cx="3931920" cy="22860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隐藏优势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对策略类游戏的资源调度和数值平衡特别有研究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914400"/>
          </a:xfrm>
          <a:prstGeom prst="rect">
            <a:avLst>
              <a:gd name="adj" fmla="val 10000"/>
            </a:avLst>
          </a:prstGeom>
          <a:solidFill>
            <a:srgbClr val="C41E3A">
              <a:alpha val="5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梯度表前八个冲的专业全是热门商科和计算机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731520"/>
          </a:xfrm>
          <a:prstGeom prst="rect">
            <a:avLst>
              <a:gd name="adj" fmla="val 12500"/>
            </a:avLst>
          </a:prstGeom>
          <a:solidFill>
            <a:srgbClr val="8C8C8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有没有人问过，他想学什么？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迭代优化的四个层面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73152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868680"/>
          </a:xfrm>
          <a:prstGeom prst="rect">
            <a:avLst>
              <a:gd name="adj" fmla="val 8421"/>
            </a:avLst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让AI更懂你要什么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931920" cy="868680"/>
          </a:xfrm>
          <a:prstGeom prst="rect">
            <a:avLst>
              <a:gd name="adj" fmla="val 8421"/>
            </a:avLst>
          </a:prstGeom>
          <a:solidFill>
            <a:srgbClr val="D4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3716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流程优化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让嵌入点更顺畅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3931920" cy="868680"/>
          </a:xfrm>
          <a:prstGeom prst="rect">
            <a:avLst>
              <a:gd name="adj" fmla="val 8421"/>
            </a:avLst>
          </a:prstGeom>
          <a:solidFill>
            <a:srgbClr val="D4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4231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校验优化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让错误更少被发现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240280"/>
            <a:ext cx="3931920" cy="868680"/>
          </a:xfrm>
          <a:prstGeom prst="rect">
            <a:avLst>
              <a:gd name="adj" fmla="val 8421"/>
            </a:avLst>
          </a:prstGeom>
          <a:solidFill>
            <a:srgbClr val="D4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4231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让范围更清晰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2743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四个层面循序渐进，层层递进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常见失败原因二：流程冲突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73152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>
              <a:gd name="adj" fmla="val 6667"/>
            </a:avLst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AI介入后和现有流程打架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两个系统相互干扰，效率反而下降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822960"/>
          </a:xfrm>
          <a:prstGeom prst="rect">
            <a:avLst>
              <a:gd name="adj" fmla="val 11111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反而更麻烦了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822960"/>
          </a:xfrm>
          <a:prstGeom prst="rect">
            <a:avLst>
              <a:gd name="adj" fmla="val 11111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先画现有流程，再设计嵌入点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聚焦的常见陷阱二：范围蔓延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286000" cy="4572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做着做着发现可以做更多，于是不断加码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286000" cy="4572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聚焦的核心是做减法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2860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守住TOP1，完成后再考虑下一个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常见失败原因四：期望偏差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期望AI完全替代人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240" y="1645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发现AI只能做到60分，失望放弃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设定合理预期：AI做80%，人类补20%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本节小结（上）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80160" y="1371600"/>
            <a:ext cx="411480" cy="4114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分散精力=每件事都平庸，聚焦=单点突破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28800" y="2148840"/>
            <a:ext cx="64008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80160" y="2468880"/>
            <a:ext cx="411480" cy="4114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聚焦三标准：价值大、能落地、可积累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28800" y="3246120"/>
            <a:ext cx="64008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80160" y="3566160"/>
            <a:ext cx="411480" cy="4114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3474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聚焦矩阵帮助排序：Quick Wins优先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09728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练习：设计你的AI重构方案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4864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188720"/>
            <a:ext cx="740664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1887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基于你之前确定的TOP1任务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057400"/>
            <a:ext cx="740664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05740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用三步法设计AI重构方案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2926080"/>
            <a:ext cx="740664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9260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画出流程图，标出AI嵌入点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3794760"/>
            <a:ext cx="740664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7947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设计校验机制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练习模板：AI重构方案（1/2）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目标任务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77440" y="10972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097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AI做什么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0116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011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AI不做什么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29260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嵌入方式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77440" y="38404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前置/中置/后置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练习模板：AI重构方案（2/2）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嵌入位置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77440" y="10972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097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（流程节点）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校验机制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77440" y="20116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011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29260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可能的问题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77440" y="3840480"/>
            <a:ext cx="6309360" cy="640080"/>
          </a:xfrm>
          <a:prstGeom prst="rect">
            <a:avLst/>
          </a:prstGeom>
          <a:solidFill>
            <a:srgbClr val="D4D4D4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2026-08-02T01:20:04Z</dcterms:created>
  <dcterms:modified xsi:type="dcterms:W3CDTF">2026-08-02T01:20:04Z</dcterms:modified>
</cp:coreProperties>
</file>