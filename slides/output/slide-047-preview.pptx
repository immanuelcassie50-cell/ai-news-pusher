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与AI配合的四步法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1887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想要什么？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预期输出是什么？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2148840"/>
            <a:ext cx="32004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0058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1887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34640" y="1874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提供上下文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80360" y="23317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相关背景、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约束条件、相关案例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148840"/>
            <a:ext cx="32004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10058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11887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0640" y="1874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约束边界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66360" y="23317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不要什么？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避免什么情况？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2148840"/>
            <a:ext cx="32004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10058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11887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06640" y="1874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验证迭代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52360" y="23317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检查输出，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补充信息，重新提问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好问题 &gt; 好答案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会提问的人，才能真正用好AI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2026-07-05T00:39:28Z</dcterms:created>
  <dcterms:modified xsi:type="dcterms:W3CDTF">2026-07-05T00:39:28Z</dcterms:modified>
</cp:coreProperties>
</file>