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为什么复杂场景需要人类判断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AI在复杂场景中的失败成本远大于人类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201168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多因素耦合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多个问题相互影响，因果关系不清晰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201168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超出训练数据分布的罕见情况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201168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价值权衡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需要在多个合理选项中做价值判断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这些场景的共同特点：没有标准答案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2026-07-05T00:39:35Z</dcterms:created>
  <dcterms:modified xsi:type="dcterms:W3CDTF">2026-07-05T00:39:35Z</dcterms:modified>
</cp:coreProperties>
</file>