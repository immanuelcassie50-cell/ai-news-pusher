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学员收益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256032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识别信任危机的深层根源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971800"/>
            <a:ext cx="21945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08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理解客户不信任的本质原因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看清行业信任崩塌的底层逻辑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371600"/>
            <a:ext cx="256032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0" y="15087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建立买方受托的服务模式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0" y="2971800"/>
            <a:ext cx="21945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108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掌握以客户利益为中心的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服务流程与沟通方法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1371600"/>
            <a:ext cx="256032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15087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3796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制定可落地的信任重建计划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37960" y="2971800"/>
            <a:ext cx="21945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108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设计具体的行动方案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建立持续信任累积机制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2026-07-11T07:53:23Z</dcterms:created>
  <dcterms:modified xsi:type="dcterms:W3CDTF">2026-07-11T07:53:23Z</dcterms:modified>
</cp:coreProperties>
</file>