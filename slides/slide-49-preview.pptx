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国际贸易摩擦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贸易战：国家层面的囚徒困境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A的决策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463040" cy="502920"/>
          </a:xfrm>
          <a:prstGeom prst="rect">
            <a:avLst/>
          </a:prstGeom>
          <a:solidFill>
            <a:srgbClr val="D69E2E">
              <a:alpha val="2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463040" cy="502920"/>
          </a:xfrm>
          <a:prstGeom prst="rect">
            <a:avLst/>
          </a:prstGeom>
          <a:solidFill>
            <a:srgbClr val="2C5282">
              <a:alpha val="20000"/>
            </a:srgbClr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17520" y="15544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B的决策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468880"/>
            <a:ext cx="1463040" cy="502920"/>
          </a:xfrm>
          <a:prstGeom prst="rect">
            <a:avLst/>
          </a:prstGeom>
          <a:solidFill>
            <a:srgbClr val="D69E2E">
              <a:alpha val="20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108960"/>
            <a:ext cx="1463040" cy="502920"/>
          </a:xfrm>
          <a:prstGeom prst="rect">
            <a:avLst/>
          </a:prstGeom>
          <a:solidFill>
            <a:srgbClr val="2C5282">
              <a:alpha val="20000"/>
            </a:srgbClr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108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1554480"/>
            <a:ext cx="3383280" cy="274320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博弈结果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214884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20574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A不加税，B不加税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自由贸易，双方受益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265176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25603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A加税，B不加税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27432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A受益，B受损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315468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3063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A不加税，B加税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3246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B受益，A受损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65760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35661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A加税，B加税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15000" y="3749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双方受损，贸易萎缩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2026-08-26T00:47:40Z</dcterms:created>
  <dcterms:modified xsi:type="dcterms:W3CDTF">2026-08-26T00:47:40Z</dcterms:modified>
</cp:coreProperties>
</file>