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8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DF0D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从斯密到奥地利学派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Austrian School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8288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奥地利学派的起源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1871年：边际革命的关键年份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卡尔·门格尔（Carl Menger）在维也纳大学发表《国民经济学原理》，标志着奥地利学派的诞生。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与杰文斯、瓦尔拉斯并称为"边际革命三杰"，但门格尔的研究方法独树一帜。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97280"/>
            <a:ext cx="73152" cy="23774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学派传承脉络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门格尔 → 庞巴维克 → 维塞尔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米塞斯 → 哈耶克 → 科兹纳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罗斯巴德 → 柯兹纳 → 帕兰当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669BBC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"经济学研究的对象是人的行为本身，而非抽象的"经济人"假设。"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卡尔·门格尔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门格尔的边际革命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24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主观价值论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价值来源于个体的主观评价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一块面包对饥饿的人比对吃饱的人价值更高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价值是情境依赖的，而非 intrinsic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65176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24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边际效用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连续追加的单位，边际效用递减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第十杯水的边际效用远低于第一杯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定价基于最后一单位的效用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51760" cy="4572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24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方法论个人主义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社会现象从个体行动中涌现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拒绝将国家、社会视为有意志的整体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一切分析从个体偏好与选择出发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主观价值理论的诞生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194560"/>
          </a:xfrm>
          <a:prstGeom prst="rect">
            <a:avLst/>
          </a:prstGeom>
          <a:solidFill>
            <a:srgbClr val="003049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客观价值论（旧）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劳动决定价值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生产成本定价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价值是固有的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供需决定价格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8288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749040" y="1097280"/>
            <a:ext cx="2560320" cy="2194560"/>
          </a:xfrm>
          <a:prstGeom prst="rect">
            <a:avLst/>
          </a:prstGeom>
          <a:solidFill>
            <a:srgbClr val="C1121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主观价值论（新）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86200" y="1645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个人偏好决定价值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边际效用定价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价值是情境的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主观评价驱动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2286000" cy="21945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"钻石与水的悖论"被解决：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2286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水很便宜但效用高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钻石很贵但边际效用低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对斯密"看不见的手"的重新诠释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当每个人追求主观价值最大化的同时，价格体系自发地将资源配置到最有价值的地方——这正是市场秩序的精妙所在。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庞巴维克：时差利息论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利息的来源：时间偏好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庞巴维克（Eugen von Bohm-Bawerk）提出：利息源于人们对"现在物品"与"未来物品"的主观评价差异。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人们普遍偏好"现在"而非"未来"——这被称为"时间偏好"（time preference）。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因此，借贷利率反映了"现在"与"未来"之间的价值差额。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0" y="1280160"/>
            <a:ext cx="1463040" cy="914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现在物品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417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利率 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280160"/>
            <a:ext cx="1463040" cy="9144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未来物品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同样金额，现在拥有比未来拥有更有价值。利息是对放弃现在消费的心理补偿。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资本收益的三个来源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651760" cy="731520"/>
          </a:xfrm>
          <a:prstGeom prst="rect">
            <a:avLst/>
          </a:prstGeom>
          <a:solidFill>
            <a:srgbClr val="78000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05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时间偏好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现在比未来更有价值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931920"/>
            <a:ext cx="2651760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005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迂回生产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延长生产周期提高产出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931920"/>
            <a:ext cx="2651760" cy="731520"/>
          </a:xfrm>
          <a:prstGeom prst="rect">
            <a:avLst/>
          </a:prstGeom>
          <a:solidFill>
            <a:srgbClr val="780000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005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资本品带来更高效率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米塞斯：人的行为学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92608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Ludwig von Mises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1881-1973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奥地利学派第二代领袖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维也纳大学博士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纽约大学教授（1949年后）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《人的行为》（1949）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Praxeology：人的行为学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087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米塞斯将经济学建立在"人的行为"这一普遍事实之上：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人是有目的的行动者（purposeful action），而非单纯的反应者（mere reaction）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行动必然涉及选择与取舍（value judgments）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手段与目的之间的推理可被系统化研究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先验性：行动学公理不依赖经验验证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"行动学是关于人的一般性科学，不涉及特定的历史时期或环境。"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哈耶克与米塞斯的传承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680960" cy="36576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4592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米塞斯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1881-1973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64592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560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1899-1992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6888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共同的理论遗产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54864" cy="12801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方法论个人主义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社会现象根植于个体行动与选择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价格理论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价格传递分散在不同个体间的知识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474720"/>
            <a:ext cx="54864" cy="1280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市场过程理论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竞争性市场是发现程序（discovery procedure）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知识分工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无人拥有全部知识，价格体系协调分散信息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哈耶克：自发秩序理论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C1121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"在各种人追求各自目标的活动中自发产生的秩序，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是人类行动的结果，而非人类设计的结果。"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F.A. 哈耶克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402336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Kosmos：自发秩序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希腊语原意："秩序"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自发形成的社会结构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语言、道德、法律、市场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例：普通法（common law）不是任何立法机构的发明，而是长期实践中自发演化而来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11680"/>
            <a:ext cx="40233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Taxis：组织秩序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希腊语原意："安排"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刻意设计的社会结构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企业、政府、军队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例：公司组织架构由管理层设计，明确的等级制度和规章制度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关键区分：自发秩序不能被取代，只能被破坏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哈耶克的自发秩序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自发秩序的形成机制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914400"/>
          </a:xfrm>
          <a:prstGeom prst="rect">
            <a:avLst/>
          </a:prstGeom>
          <a:solidFill>
            <a:srgbClr val="669BBC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追求目标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1828800" cy="914400"/>
          </a:xfrm>
          <a:prstGeom prst="rect">
            <a:avLst/>
          </a:prstGeom>
          <a:solidFill>
            <a:srgbClr val="C1121F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1828800" cy="914400"/>
          </a:xfrm>
          <a:prstGeom prst="rect">
            <a:avLst/>
          </a:prstGeom>
          <a:solidFill>
            <a:srgbClr val="78000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5544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315200" y="1554480"/>
            <a:ext cx="1554480" cy="9144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554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自发秩序的核心特征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无明确领导者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没有任何中央权威在控制整个系统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08960"/>
            <a:ext cx="54864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依赖规则而非指令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参与者遵守普遍规则，而非接受命令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23360"/>
            <a:ext cx="54864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每个参与者只拥有部分信息，整体协调自发产生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0233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4023360"/>
            <a:ext cx="54864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演化与适应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不适用的规则会被淘汰，适应性强的规则留存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扩展秩序的三个层次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《致命的自负》（The Fatal Conceit）1988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0" y="1463040"/>
            <a:ext cx="2377440" cy="9144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扩展秩序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Extended 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2468880"/>
            <a:ext cx="4206240" cy="914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560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道德、传统、语言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DF0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Selection - 群体选择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5303520" cy="9144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本能、亲属、部落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 Heritage - 基因遗传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463040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463040"/>
            <a:ext cx="54864" cy="2743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哈耶克的洞见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20116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扩展秩序是人类合作最重要的形式：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它使陌生人之间的协作成为可能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超越亲属和部落的小圈子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依赖抽象规则而非具体关系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是文明繁荣的真正基础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C1121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074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"自负"指：理性主义者相信能够设计出比自发演化更优的制度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熊彼特：创造性破坏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7432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Schumpeter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1883-1950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奥地利学派第三代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哈佛大学教授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《经济发展理论》(1912)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《资本主义、社会主义与民主》(1942)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051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创造性破坏（Creative Destruction）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5212080" cy="1828800"/>
          </a:xfrm>
          <a:prstGeom prst="rect">
            <a:avLst/>
          </a:prstGeom>
          <a:solidFill>
            <a:srgbClr val="C1121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916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资本主义的本质特征是"动态的不均衡"：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企业家创新打破现有经济结构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旧技术、旧企业被淘汰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新组合（new combinations）推动经济发展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这并非失调，而是发展的本质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"创造性破坏的长流永不枯竭——它不断吞噬现状，又不断创造新世界。"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创造性破坏的机制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502920" cy="5029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54480" y="1051560"/>
            <a:ext cx="6675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1051560"/>
            <a:ext cx="54864" cy="6858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创新浪潮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4173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企业家引入新产品、新技术、新来源、新市场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54480" y="1874520"/>
            <a:ext cx="6675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54480" y="1874520"/>
            <a:ext cx="54864" cy="6858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模仿与扩散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22402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其他企业跟进，扩散创新成果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54480" y="2697480"/>
            <a:ext cx="6675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554480" y="2697480"/>
            <a:ext cx="54864" cy="6858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超额利润压缩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37360" y="30632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竞争加剧，创新带来的暂时垄断终结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611880"/>
            <a:ext cx="502920" cy="50292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54480" y="3520440"/>
            <a:ext cx="6675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554480" y="3520440"/>
            <a:ext cx="54864" cy="6858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73736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新的破坏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37360" y="38862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下一轮创新浪潮开始，循环往复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与斯密"看不见的手"的呼应：创新者的自利行为，在破坏旧秩序的同时创造了更大的社会福利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奥地利学派核心命题（一）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11887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方法论个人主义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社会现象应从个体行动者的目的、信念和选择来解释，而非归因于"社会"、"阶级"或"制度"等抽象集体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0" cy="1188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方法论主观主义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经济学研究的对象是人的主观状态——偏好、信念、预期——以及这些主观状态如何影响选择与行动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03320"/>
            <a:ext cx="548640" cy="9144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边际分析的重要性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经济决策发生在边际——追加的单位，而非总量或平均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奥地利学派核心命题（二）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11887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市场过程理论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市场不是静态的均衡状态，而是持续的企业家发现过程——错误、纠正、新发现永不停歇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0" cy="1188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价格传递信息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价格体系是人类最伟大的信息处理装置——汇总分散知识，使无需中央指令的协调成为可能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03320"/>
            <a:ext cx="548640" cy="9144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时间偏好与利率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利率反映社会的时间偏好结构，是连接现在与未来的桥梁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 vs 新古典经济学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50292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新古典经济学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55448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动态过程视角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静态均衡分析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4114800" cy="640080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194560"/>
            <a:ext cx="4114800" cy="640080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945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方法论个人主义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1945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代表性个体假设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83464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34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企业家精神核心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834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技术进步外生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114800" cy="640080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474720"/>
            <a:ext cx="4114800" cy="640080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74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价格传递真实信息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474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信息完全假设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11480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114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反对数学形式主义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114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高度数学化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4114800" cy="640080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4754880"/>
            <a:ext cx="4114800" cy="640080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市场是发现程序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市场出清为常态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C1121F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并非完全对立：两者共享"边际分析"基础，分歧在于对市场过程与信息的理解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奥地利学派的当代传承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 Kirzner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1930-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企业家发现理论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市场过程中的"警觉"（alertness）——企业家识别利润机会的能力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《竞争与企业家精神》(1973)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2651760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Murray Rothbard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39903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1926-1995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自由至上主义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将米塞斯的方法论与无政府资本主义结合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《人、经济与国家》(1962)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651760" cy="54864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43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Hans-Hermann Hoppe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39903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论证伦理学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从自有权出发为市场经济提供伦理基础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《民主的黄昏》(1994)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奥地利学派的思想遗产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在金融危机、信息时代、创新经济学的语境下，持续提供独特的理论视角与政策启示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从斯密到奥地利学派：思想脉络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亚当·斯密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34640" y="1097280"/>
            <a:ext cx="1828800" cy="82296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李嘉图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劳动价值论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212080" y="1097280"/>
            <a:ext cx="1828800" cy="822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门格尔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主观价值论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589520" y="1097280"/>
            <a:ext cx="1828800" cy="8229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自发秩序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思想演进的逻辑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51760"/>
            <a:ext cx="54864" cy="1463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从客观到主观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斯密：价值源于劳动（客观）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门格尔：价值源于主观偏好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这一转向彻底改变了经济学的根基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6517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651760"/>
            <a:ext cx="54864" cy="14630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从设计到自发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154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斯密：自然秩序的观察者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哈耶克：秩序的自发演化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无需"第一推动者"，秩序自然涌现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共同精神遗产：对人的能动性的信仰，对理性自负的警惕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第一模块小结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01 | Austrian School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0" cy="10972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边际革命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主观价值论取代劳动价值论，奠定现代经济学基础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457200" cy="10972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7160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方法论个人主义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从个体行动出发解释社会现象，拒绝集体主义叙事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51760"/>
            <a:ext cx="457200" cy="10972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5176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自发秩序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154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市场是发现程序，价格传递分散信息，无需中央设计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51760"/>
            <a:ext cx="457200" cy="10972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65176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创造性破坏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3154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企业家创新推动经济发展，旧秩序不断被新组合取代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模块之间的联系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奥地利学派将斯密的洞见系统化，并为后续的制度经济学、演化经济学、行为经济学奠定了方法论基础。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斯密思想的现代回响</dc:title>
  <dc:subject>PptxGenJS Presentation</dc:subject>
  <dc:creator>Generated</dc:creator>
  <cp:lastModifiedBy>Generated</cp:lastModifiedBy>
  <cp:revision>1</cp:revision>
  <dcterms:created xsi:type="dcterms:W3CDTF">2026-08-26T01:07:36Z</dcterms:created>
  <dcterms:modified xsi:type="dcterms:W3CDTF">2026-08-26T01:07:36Z</dcterms:modified>
</cp:coreProperties>
</file>