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8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DF0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回到斯密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200400" y="3566160"/>
            <a:ext cx="2743200" cy="54864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重新理解古典经济学的现代价值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重新理解斯密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32918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斯密被简化为"自由市场之父"，但其思想远比这复杂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《国富论》与《道德情感论》共同构成完整的人性理论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斯密并非无限制市场经济的支持者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理解斯密需要回到他所在的时代与问题意识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为什么需要重新理解？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现代解读往往将斯密简化为市场原教旨主义的代言人，这种误读既不符合斯密原意，也误导了当代政策讨论。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1920240" cy="173736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880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经济斯密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2461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743200"/>
            <a:ext cx="1920240" cy="173736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880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道德斯密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2461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同情心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正义感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旁观者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斯密的完整人性观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"经济人"假设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自利心的驱动作用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追求个人利益是经济活动的根本动力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但自利需在正义制度下运行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"道德人"维度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同情心：情感共鸣的基础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正义感：社会秩序的保障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旁观者视角：道德判断的他者维度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2011680"/>
            <a:ext cx="914400" cy="9144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两只手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市场机制：价格信号引导资源分配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自利驱动的经济效率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023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旁观者的眼睛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道德约束：正义规则维护社会秩序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同情心支撑的社会合作基础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斯密论政府功能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2651760" cy="4572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保护社会免受外敌入侵，是政府最基本职能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43000"/>
            <a:ext cx="2651760" cy="4572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维护正义，保护公民权利，裁决纠纷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43000"/>
            <a:ext cx="2651760" cy="4572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公共工程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道路、桥梁、运河等基础设施及公共机构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8229600" cy="141732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斯密的"守夜人"政府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政府是"守夜人"，而非经济发展的主导者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强调有限政府的必要性：不做过多干预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教育、医疗等社会服务：政府承担一定责任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斯密论教育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13716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人力资本投资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斯密最早提出教育作为人力资本投资的概念，认为对人的投资是最有价值的投资。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34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个人发展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教育提升个人能力与收入潜力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12280" y="114300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1234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社会进步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1554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国民素质提升推动社会繁荣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2377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国家教育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政府有责任普及基础教育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228600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2377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市场教育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市场提供职业与专业培训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穷人教育与阶层流动：斯密的远见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斯密认为，穷人的教育关系到整个社会的利益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教育机会的不平等会固化社会阶层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国家应确保所有儿童接受基本教育，无论贫富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这一观点领先于时代200年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斯密思想的当代启示（一）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市场与道德的关系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市场不是孤立的，需要道德框架支撑。斯密：自利需要在正义的制度下运行。纯粹市场原教旨主义违背斯密原意。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39776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514600"/>
            <a:ext cx="54864" cy="12801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市场需要道德基础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市场运行在道德规范和正义制度的框架内，离开这些条件，市场将走向失序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514600"/>
            <a:ext cx="39776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514600"/>
            <a:ext cx="54864" cy="12801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606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自利需要正义约束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斯密承认自利驱动，但强调这种自利必须在正义规则允许的范围内运行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39776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128016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690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反对市场原教旨主义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当代启示：纯粹市场原教旨主义违背斯密原意，是对斯密的误读和简化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977640"/>
            <a:ext cx="39776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977640"/>
            <a:ext cx="54864" cy="128016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40690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企业社会责任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438912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企业社会责任：回到斯密，而非背离斯密。企业的道德基础不可忽视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斯密思想的当代启示（二）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公平与效率的平衡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977640" cy="36576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市场失灵的预见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斯密预见了市场失灵与政府干预的必要性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14600"/>
            <a:ext cx="3977640" cy="3657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146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收入分配观点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斯密不反对政府对收入分配进行适当调节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794760"/>
            <a:ext cx="3977640" cy="36576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7947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垄断与竞争问题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206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市场权力问题：斯密早有论述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3977640" cy="356616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3716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福利国家思想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92040" y="182880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0116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斯密是福利国家思想的鼻祖，不是它的敌人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2697480"/>
            <a:ext cx="3611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政府有责任提供基本社会保障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教育是每个人都应获得的基本权利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公共卫生与基础设施是国家责任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累进税制在道德上具有正当性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重新审视"看不见的手"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原文语境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"看不到"≠"不存在"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斯密的限定条件：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完全竞争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完全信息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参与者理性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无外部性问题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22860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当代市场失灵的典型场景：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信息不对称 → 柠檬市场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外部性 → 环境污染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垄断 → 市场权力滥用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公共品 → 供给不足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12344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重新校准市场与政府的关系边界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资源配置效率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价格信号引导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4160520"/>
            <a:ext cx="109728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制度框架保障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纠正市场失灵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斯密思想的多维遗产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77640" cy="4572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经济学维度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古典政治经济学奠基人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《国富论》开创性研究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劳动价值论的早期形式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分工与专业化理论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97280"/>
            <a:ext cx="3977640" cy="4572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972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伦理学维度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美德伦理学的现代形态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同情心作为道德基础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旁观者视角的道德判断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美德与自利的调和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3977640" cy="4572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718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社会学维度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社会分工与合作秩序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74904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劳动分工的社会意义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社会凝聚力的来源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从孤立到社会性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71800"/>
            <a:ext cx="397764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9718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政治学维度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有限政府与法治精神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74904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守夜人政府理论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法治优于人治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制度与正义框架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斯密与当代中国的关系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7680960" cy="36576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691640"/>
            <a:ext cx="274320" cy="27432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1978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改革开放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63240" y="1691640"/>
            <a:ext cx="274320" cy="27432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市场经济改革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691640"/>
            <a:ext cx="274320" cy="27432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深化市场改革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86600" y="1691640"/>
            <a:ext cx="274320" cy="27432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Today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新发展格局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2651760" cy="4114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51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重新发现斯密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改革开放后，中国学者重新认识斯密，摆脱意识形态束缚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26517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2651760"/>
            <a:ext cx="2651760" cy="41148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2651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斯密来了吗？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31546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市场经济改革是否意味着斯密的胜利？中国模式与斯密理想的距离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6517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2651760"/>
            <a:ext cx="2651760" cy="4114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651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 vs 凯恩斯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1546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政府与市场的边界之争：斯密强调有限政府，凯恩斯主张积极干预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自由市场思想谱系图（完整版）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595360" cy="27432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133856"/>
            <a:ext cx="219456" cy="219456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古典经济学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33472" y="1133856"/>
            <a:ext cx="219456" cy="219456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868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1870s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3898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边际革命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62272" y="1133856"/>
            <a:ext cx="219456" cy="219456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868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1930s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13898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凯恩斯革命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91072" y="1133856"/>
            <a:ext cx="219456" cy="219456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868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13898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滞涨危机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19872" y="1133856"/>
            <a:ext cx="219456" cy="219456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868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0" y="13898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行为经济学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9202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1920240"/>
            <a:ext cx="2651760" cy="3657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古典/新古典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3774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 → 李嘉图 → 穆勒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马歇尔新古典经济学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萨缪尔森/新古典综合派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19202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1920240"/>
            <a:ext cx="2651760" cy="36576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奥地利学派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23774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门格尔 → 庞巴维克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米塞斯 → 哈耶克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罗斯巴德 → 德索托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9202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920240"/>
            <a:ext cx="2651760" cy="3657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芝加哥学派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3774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科斯 → 斯蒂格勒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弗里德曼 → 卢卡斯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贝克尔 → 法马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069080"/>
            <a:ext cx="8595360" cy="64008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关键争论：政府与市场的边界 | 斯密传统 vs 凯恩斯传统 | 新古典 vs 奥地利 vs 芝加哥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思想史坐标系：横向与纵向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53712" y="731520"/>
            <a:ext cx="36576" cy="36576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542032"/>
            <a:ext cx="6400800" cy="36576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纵向：时间演进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横向：思想竞争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1005840"/>
            <a:ext cx="320040" cy="32004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731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371600"/>
            <a:ext cx="274320" cy="2743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1143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李嘉图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0" y="2103120"/>
            <a:ext cx="274320" cy="27432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3317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凯恩斯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0" y="1828800"/>
            <a:ext cx="274320" cy="274320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1600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11680" y="3017520"/>
            <a:ext cx="274320" cy="2743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3291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马克思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0" y="1097280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1097280"/>
            <a:ext cx="54864" cy="123444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188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横向坐标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同一时期不同思想的竞争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例：斯密 vs 重商主义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凯恩斯 vs 奥地利学派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468880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2468880"/>
            <a:ext cx="54864" cy="12344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纵向坐标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2834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思想的历史演进脉络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例：斯密 → 李嘉图 → 穆勒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马歇尔 → 新古典综合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5212080" cy="8686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坐标系的价值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4206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DF0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 · 理解 · 批判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建立你的经济思想史坐标系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选取坐标轴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时间维度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学派维度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问题导向维度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06040" y="114300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1234440"/>
            <a:ext cx="457200" cy="45720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17830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标注关键节点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219456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斯密：古典经济学起点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凯恩斯：宏观革命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哈耶克：市场秩序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7830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理解思想关系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继承关系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批判关系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融合关系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903720" y="114300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95160" y="1234440"/>
            <a:ext cx="457200" cy="45720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95160" y="17830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建立个人视角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219456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你的立场是什么？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斯密的位置在哪里？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你的坐标系在哪里？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8229600" cy="105156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核心行动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不要被动接受任何思想家的观点。通过建立自己的坐标系，你才能真正理解每种思想的适用范围与局限性。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阅读书单：深化学习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必读经典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《国富论》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亚当·斯密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经济学开山之作，理解市场机制的必读文本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2377440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《道德情感论》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亚当·斯密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理解斯密完整人性观的另一把钥匙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840480"/>
            <a:ext cx="2377440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977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《通往奴役之路》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251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哈耶克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1097280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1097280"/>
            <a:ext cx="2651760" cy="4572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理解斯密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《亚当·斯密》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1965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章海山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中国学者对斯密的系统性研究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2697480"/>
            <a:ext cx="2377440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《斯密忏悔录》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罗伯特·路易斯·史蒂文森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文学大师笔下的斯密传记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097280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现代视角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5508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《 capitalism, socialism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knowledge》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2194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熊彼特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从创新与知识角度理解经济发展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55080" y="2926080"/>
            <a:ext cx="2377440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《自由的伦理》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55080" y="3337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罗斯巴德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奥地利学派视角的自由市场伦理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78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FDF0D5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站在斯密的肩膀上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我们看得更远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2468880"/>
            <a:ext cx="27432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743200"/>
            <a:ext cx="2560320" cy="137160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斯密不只是"自由市场之父"，他是完整人性观的探索者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743200"/>
            <a:ext cx="2560320" cy="137160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32461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市场与道德不可分离，理解斯密需要读他的全部著作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743200"/>
            <a:ext cx="2560320" cy="1371600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32461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理解斯密是理解经济思想史的起点，而非终点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斯密思想的现代回响 - Module 4</dc:title>
  <dc:subject>PptxGenJS Presentation</dc:subject>
  <dc:creator>Course Generator</dc:creator>
  <cp:lastModifiedBy>Course Generator</cp:lastModifiedBy>
  <cp:revision>1</cp:revision>
  <dcterms:created xsi:type="dcterms:W3CDTF">2026-08-26T01:09:56Z</dcterms:created>
  <dcterms:modified xsi:type="dcterms:W3CDTF">2026-08-26T01:09:56Z</dcterms:modified>
</cp:coreProperties>
</file>