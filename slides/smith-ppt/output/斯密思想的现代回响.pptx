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365760" cy="50063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斯密思想的现代回响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从他到哈耶克、弗里德曼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3657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课程编号 24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1097280"/>
            <a:ext cx="1097280" cy="1097280"/>
          </a:xfrm>
          <a:prstGeom prst="ellipse">
            <a:avLst/>
          </a:prstGeom>
          <a:solidFill>
            <a:srgbClr val="669BB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1463040"/>
            <a:ext cx="731520" cy="731520"/>
          </a:xfrm>
          <a:prstGeom prst="ellipse">
            <a:avLst/>
          </a:prstGeom>
          <a:solidFill>
            <a:srgbClr val="C1121F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5个模块 · 90页精讲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2743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先导部分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斯密是谁，为何重要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2103120"/>
            <a:ext cx="36576" cy="182880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时代背景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18世纪苏格兰的启蒙运动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" y="2743200"/>
            <a:ext cx="36576" cy="182880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看不见的手与道德哲学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" y="3383280"/>
            <a:ext cx="36576" cy="182880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现代回响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832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从哈耶克到弗里德曼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" y="4023360"/>
            <a:ext cx="36576" cy="182880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批判性反思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832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全球化时代的斯密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0" y="1645920"/>
            <a:ext cx="731520" cy="2926080"/>
          </a:xfrm>
          <a:prstGeom prst="rect">
            <a:avLst/>
          </a:prstGeom>
          <a:solidFill>
            <a:srgbClr val="669BB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为什么学习斯密？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Legacy of Adam Smith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经济学之父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现代经济学的奠基人，《国富论》开创了自由市场理论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道德哲学先驱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《道德情操论》探讨同理心、正义与美德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思想史坐标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理解自由主义、资本主义、全球化的思想源头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斯密教我们理解市场的力量，也提醒我们市场的道德边界。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——理解斯密的现代意义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78000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斯密不是简单的"市场原教旨主义者"，他的思想远比流行标签复杂。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斯密面临的时代问题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18世纪中叶：商业革命与启蒙运动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54864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斯密出生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苏格兰格拉斯哥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69164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1488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格拉斯哥大学教授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743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逻辑学、道德哲学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488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1776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《国富论》出版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划时代的经济学著作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69164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1488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4688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斯密去世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7432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留下思想遗产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91840"/>
            <a:ext cx="265176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商业革命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东印度公司扩张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大西洋贸易兴起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重商主义盛行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291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291840"/>
            <a:ext cx="265176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启蒙运动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29000" y="3886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理性主义兴起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苏格兰启蒙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自然科学进步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3291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291840"/>
            <a:ext cx="265176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时代问题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财富如何产生？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市场如何运行？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道德与利益？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《国富论》与《道德情操论》对比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Wealth of Nations vs. The Theory of Moral Sentiments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109728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731520" cy="9144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国富论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1776年出版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财富的性质与原因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分工与专业化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看不见的手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自由市场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资本积累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如何致富？国家如何富强？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3931920" cy="10972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737360"/>
            <a:ext cx="731520" cy="914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道德情操论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1759年出版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道德行为的根源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同理心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公正的旁观者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美德与自控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正义与仁慈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道德从何而来？何为正义？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solidFill>
            <a:srgbClr val="003049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两本书共同构成斯密思想体系：市场智慧 + 道德哲学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斯密思想的三个核心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Invisible Hand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1920240" cy="18288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个人追求私利，在市场这只"看不见的手"的引导下，竟能促进社会整体利益。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468880" cy="822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"我们每天所需的食物和饮料，不是出于屠户、酿酒师或烙面包师的恩惠，而是出于他们自利..."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188720"/>
            <a:ext cx="2651760" cy="548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分工与专业化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of Labor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2651760"/>
            <a:ext cx="1920240" cy="18288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劳动分工是财富增长的源泉。专业化提高效率，效率创造价值。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703320"/>
            <a:ext cx="2468880" cy="822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"劳动分工最大的好处，不在于分工本身，而在于分工带来的一系列连锁效应。..."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188720"/>
            <a:ext cx="2651760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公正的旁观者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Impartial Spectator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651760"/>
            <a:ext cx="1920240" cy="18288"/>
          </a:xfrm>
          <a:prstGeom prst="rect">
            <a:avLst/>
          </a:prstGeom>
          <a:solidFill>
            <a:srgbClr val="669BBC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道德判断依赖于我们内心的"公正旁观者"——一种同理心和自我审视的能力。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703320"/>
            <a:ext cx="2468880" cy="82296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"人类的同情心是道德情感的基石。..."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斯密的历史坐标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思想传承：从斯密到今天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17320" y="1463040"/>
            <a:ext cx="36576" cy="475488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371600"/>
            <a:ext cx="320040" cy="32004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亚当·斯密出生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苏格兰格拉斯哥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240280"/>
            <a:ext cx="320040" cy="32004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任格拉斯哥大学教授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逻辑学、道德哲学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80160" y="3108960"/>
            <a:ext cx="320040" cy="3200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《道德情操论》出版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310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探讨道德哲学基础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80160" y="3977640"/>
            <a:ext cx="320040" cy="3200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1776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《国富论》出版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4178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经济学奠基之作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4846320"/>
            <a:ext cx="320040" cy="32004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斯密去世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50474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葬于爱丁堡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5715000"/>
            <a:ext cx="320040" cy="32004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19世纪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3464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李嘉图、穆勒发展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59161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古典经济学体系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6583680"/>
            <a:ext cx="320040" cy="32004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31" name="Text 29"/>
          <p:cNvSpPr/>
          <p:nvPr/>
        </p:nvSpPr>
        <p:spPr>
          <a:xfrm>
            <a:off x="173736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哈耶克《致命的自负》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34640" y="67848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新自由主义回潮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斯密的历史位置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303520" y="2148840"/>
            <a:ext cx="1371600" cy="274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22860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前承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苏格兰启蒙运动（休谟、弗格森）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约翰·洛克、启蒙理性主义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横跨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哲学、经济学、伦理学、法学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古典经济学（李嘉图、穆勒）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新古典经济学（马歇尔）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奥地利学派（米塞斯、哈耶克）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芝加哥学派（弗里德曼）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理解斯密的不同视角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同一思想，不同解读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691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自由市场的圣徒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新古典经济学、芝加哥学派将斯密视为自由放任经济的代言人，强调"看不见的手"的自动调节机制。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代表：弗里德曼、哈耶克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91440" cy="16916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制度主义者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强调斯密对制度、法律框架的重视。市场需要正义的制度环境，而非无政府状态。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代表：诺斯、Acemoglu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91840"/>
            <a:ext cx="91440" cy="169164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29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道德哲学家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回归《道德情操论》，强调斯密的伦理关切。市场成功需要道德基础——信任、同理心、美德。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代表：Sen、MacIntyre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91840"/>
            <a:ext cx="91440" cy="16916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429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批判理论家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批判斯密为资本主义辩护。指出其对劳动分工、异化的忽视，对工人阶级的影响。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617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代表：马克思传统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斯密思想的复杂性：他是自由市场者还是制度主义者？是个人主义者还是社群主义者？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斯密的两大遗产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经济学遗产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看不见的手 — 市场自动调节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劳动分工 — 效率与专业化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自由市场 — 减少干预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资本积累 — 财富增长机制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传承与发展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 → 新古典 → 现代经济学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李嘉图、穆勒、马歇尔、凯恩斯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弗里德曼、哈耶克、布坎南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道德哲学遗产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同理心 — 道德情感的根源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公正旁观者 — 自我审视机制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美德伦理 — 品格与自控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正义与仁慈 — 社会伦理基础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当代意义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商业伦理、企业社会责任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行为经济学中的道德因素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幸福经济学、正义理论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4800600"/>
            <a:ext cx="6400800" cy="2286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两本书共同构成理解现代社会与经济的双钥匙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先导部分小结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模块一完结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斯密的双重身份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既是经济学之父，也是道德哲学家；《国富论》与《道德情操论》不可分割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时代塑造思想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44144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18世纪苏格兰启蒙运动孕育了斯密的问题意识——商业革命、理性主义、道德危机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三大核心概念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2186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看不见的手、分工与专业化、公正的旁观者——构成斯密思想的基石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多元解读可能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9959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自由市场者、制度主义者、道德哲学家、批判理论家——各有其斯密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下一模块：斯密的时代背景 — 18世纪苏格兰启蒙运动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斯密思想的现代回响</dc:title>
  <dc:subject>亚当·斯密与现代经济学</dc:subject>
  <dc:creator>Course Developer</dc:creator>
  <cp:lastModifiedBy>Course Developer</cp:lastModifiedBy>
  <cp:revision>1</cp:revision>
  <dcterms:created xsi:type="dcterms:W3CDTF">2026-08-26T01:05:39Z</dcterms:created>
  <dcterms:modified xsi:type="dcterms:W3CDTF">2026-08-26T01:05:39Z</dcterms:modified>
</cp:coreProperties>
</file>