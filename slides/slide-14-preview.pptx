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背叛的诱惑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BEE3F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为什么背叛让人觉得「理性」？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371600" y="228600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1A365D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28600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03120" y="2926080"/>
            <a:ext cx="0" cy="365760"/>
          </a:xfrm>
          <a:prstGeom prst="line">
            <a:avLst/>
          </a:prstGeom>
          <a:noFill/>
          <a:ln w="25400">
            <a:solidFill>
              <a:srgbClr val="2C52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337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B的选择？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03120" y="3657600"/>
            <a:ext cx="-1371600" cy="731520"/>
          </a:xfrm>
          <a:prstGeom prst="line">
            <a:avLst/>
          </a:prstGeom>
          <a:noFill/>
          <a:ln w="25400">
            <a:solidFill>
              <a:srgbClr val="2C52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457200" y="43891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BEE3F8"/>
          </a:solidFill>
          <a:ln/>
        </p:spPr>
      </p:sp>
      <p:sp>
        <p:nvSpPr>
          <p:cNvPr id="12" name="Text 10"/>
          <p:cNvSpPr/>
          <p:nvPr/>
        </p:nvSpPr>
        <p:spPr>
          <a:xfrm>
            <a:off x="-457200" y="4389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合作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03120" y="3657600"/>
            <a:ext cx="1371600" cy="731520"/>
          </a:xfrm>
          <a:prstGeom prst="line">
            <a:avLst/>
          </a:prstGeom>
          <a:noFill/>
          <a:ln w="25400">
            <a:solidFill>
              <a:srgbClr val="2C52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43891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ED7D7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438912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背叛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2880" y="4846320"/>
            <a:ext cx="0" cy="320040"/>
          </a:xfrm>
          <a:prstGeom prst="line">
            <a:avLst/>
          </a:prstGeom>
          <a:noFill/>
          <a:ln w="19050">
            <a:solidFill>
              <a:srgbClr val="2C52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-457200" y="516636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C6F6D5"/>
          </a:solidFill>
          <a:ln/>
        </p:spPr>
      </p:sp>
      <p:sp>
        <p:nvSpPr>
          <p:cNvPr id="18" name="Text 16"/>
          <p:cNvSpPr/>
          <p:nvPr/>
        </p:nvSpPr>
        <p:spPr>
          <a:xfrm>
            <a:off x="-457200" y="5166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7674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合作 → 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206240" y="4846320"/>
            <a:ext cx="0" cy="320040"/>
          </a:xfrm>
          <a:prstGeom prst="line">
            <a:avLst/>
          </a:prstGeom>
          <a:noFill/>
          <a:ln w="19050">
            <a:solidFill>
              <a:srgbClr val="2C528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66160" y="516636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FEEBC8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516636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562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背叛 → 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0" y="2103120"/>
            <a:ext cx="30175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0" y="2103120"/>
            <a:ext cx="3017520" cy="73152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24" name="Text 22"/>
          <p:cNvSpPr/>
          <p:nvPr/>
        </p:nvSpPr>
        <p:spPr>
          <a:xfrm>
            <a:off x="5852160" y="2286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852160" y="2743200"/>
            <a:ext cx="2651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2C528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无论B选择什么：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B合作 → 背叛得5 &gt; 合作得3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A365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B背叛 → 背叛得1 &gt; 合作得0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背叛是优势策略！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D69E2E"/>
          </a:solidFill>
          <a:ln/>
        </p:spPr>
      </p:sp>
      <p:sp>
        <p:nvSpPr>
          <p:cNvPr id="27" name="Text 2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2026-08-26T00:45:00Z</dcterms:created>
  <dcterms:modified xsi:type="dcterms:W3CDTF">2026-08-26T00:45:00Z</dcterms:modified>
</cp:coreProperties>
</file>