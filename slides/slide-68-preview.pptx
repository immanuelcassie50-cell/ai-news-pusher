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短期激励与长期激励的平衡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激励周期对比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即时反馈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快速调整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销售提成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项目奖金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9659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965960"/>
            <a:ext cx="26517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阶段性评估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目标校准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绩效奖金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部门奖励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9659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综合评价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晋升决策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年终奖金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股权激励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BDC3C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失衡风险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过度依赖短期激励 → 员工只顾眼前指标，忽视长期能力建设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过度依赖长期激励 → 员工觉得"画饼"，短期没有获得感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2026-07-28T16:38:23Z</dcterms:created>
  <dcterms:modified xsi:type="dcterms:W3CDTF">2026-07-28T16:38:23Z</dcterms:modified>
</cp:coreProperties>
</file>