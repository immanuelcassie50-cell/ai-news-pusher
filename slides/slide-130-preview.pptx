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2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实战核心洞察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 from Practice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74520"/>
            <a:ext cx="54864" cy="731520"/>
          </a:xfrm>
          <a:prstGeom prst="rect">
            <a:avLst/>
          </a:prstGeom>
          <a:solidFill>
            <a:srgbClr val="C23B3B"/>
          </a:solidFill>
          <a:ln w="12700">
            <a:solidFill>
              <a:srgbClr val="C23B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C23B3B"/>
          </a:solidFill>
          <a:ln w="12700">
            <a:solidFill>
              <a:srgbClr val="C23B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7830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审辨是综合技能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2402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analysis is an integrated skill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155448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874520"/>
            <a:ext cx="54864" cy="731520"/>
          </a:xfrm>
          <a:prstGeom prst="rect">
            <a:avLst/>
          </a:prstGeom>
          <a:solidFill>
            <a:srgbClr val="C23B3B"/>
          </a:solidFill>
          <a:ln w="12700">
            <a:solidFill>
              <a:srgbClr val="C23B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783080"/>
            <a:ext cx="502920" cy="502920"/>
          </a:xfrm>
          <a:prstGeom prst="ellipse">
            <a:avLst/>
          </a:prstGeom>
          <a:solidFill>
            <a:srgbClr val="C23B3B"/>
          </a:solidFill>
          <a:ln w="12700">
            <a:solidFill>
              <a:srgbClr val="C23B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0" y="17830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需要在不同维度间灵活切换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0" y="22402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to switch between dimensions flexibly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520440"/>
            <a:ext cx="54864" cy="731520"/>
          </a:xfrm>
          <a:prstGeom prst="rect">
            <a:avLst/>
          </a:prstGeom>
          <a:solidFill>
            <a:srgbClr val="C23B3B"/>
          </a:solidFill>
          <a:ln w="12700">
            <a:solidFill>
              <a:srgbClr val="C23B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429000"/>
            <a:ext cx="502920" cy="502920"/>
          </a:xfrm>
          <a:prstGeom prst="ellipse">
            <a:avLst/>
          </a:prstGeom>
          <a:solidFill>
            <a:srgbClr val="C23B3B"/>
          </a:solidFill>
          <a:ln w="12700">
            <a:solidFill>
              <a:srgbClr val="C23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5880" y="34290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工具表单是辅助不是束缚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25880" y="38862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form is an aid, not a constraint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320040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3520440"/>
            <a:ext cx="54864" cy="731520"/>
          </a:xfrm>
          <a:prstGeom prst="rect">
            <a:avLst/>
          </a:prstGeom>
          <a:solidFill>
            <a:srgbClr val="C23B3B"/>
          </a:solidFill>
          <a:ln w="12700">
            <a:solidFill>
              <a:srgbClr val="C23B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3429000"/>
            <a:ext cx="502920" cy="502920"/>
          </a:xfrm>
          <a:prstGeom prst="ellipse">
            <a:avLst/>
          </a:prstGeom>
          <a:solidFill>
            <a:srgbClr val="C23B3B"/>
          </a:solidFill>
          <a:ln w="12700">
            <a:solidFill>
              <a:srgbClr val="C23B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0" y="34290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习惯比工具更重要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86400" y="38862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Habits are more important than tools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709160"/>
            <a:ext cx="7772400" cy="18288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23B3B"/>
          </a:solidFill>
          <a:ln w="12700">
            <a:solidFill>
              <a:srgbClr val="C23B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2026-07-22T11:47:36Z</dcterms:created>
  <dcterms:modified xsi:type="dcterms:W3CDTF">2026-07-22T11:47:36Z</dcterms:modified>
</cp:coreProperties>
</file>