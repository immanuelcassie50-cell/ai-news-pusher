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D类决策：深入案例分析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1188720" cy="11887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88720"/>
            <a:ext cx="914400" cy="91440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学生现状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与诉求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417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0" y="1051560"/>
            <a:ext cx="1188720" cy="11887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" name="Shape 8"/>
          <p:cNvSpPr/>
          <p:nvPr/>
        </p:nvSpPr>
        <p:spPr>
          <a:xfrm>
            <a:off x="2423160" y="1188720"/>
            <a:ext cx="914400" cy="91440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1645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核心冲突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点识别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417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94760" y="1051560"/>
            <a:ext cx="1188720" cy="11887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0" y="1188720"/>
            <a:ext cx="914400" cy="91440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94760" y="1645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1417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303520" y="1051560"/>
            <a:ext cx="1188720" cy="11887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40680" y="1188720"/>
            <a:ext cx="914400" cy="91440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1645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42316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2606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案例：建筑学子的跨专业选择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7240" y="3227832"/>
            <a:ext cx="109728" cy="10972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3154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学生背景：某建筑学大三学生，对本专业失去兴趣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" y="3611880"/>
            <a:ext cx="109728" cy="10972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53872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家长诉求：希望孩子继续读建筑，保稳为主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" y="3995928"/>
            <a:ext cx="109728" cy="10972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392277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核心矛盾：个人兴趣 vs 家庭期望 vs 就业现实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" y="4379976"/>
            <a:ext cx="109728" cy="10972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430682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决策结果：转码，学习数据分析，辅修心理学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CDD2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4681728"/>
            <a:ext cx="274320" cy="27432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681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840" y="46177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D类决策的关键：不是选哪个方向，而是帮学生看清每个方向的代价与收获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366760" y="480060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EF5350"/>
          </a:solidFill>
          <a:ln/>
        </p:spPr>
      </p:sp>
      <p:sp>
        <p:nvSpPr>
          <p:cNvPr id="40" name="Text 38"/>
          <p:cNvSpPr/>
          <p:nvPr/>
        </p:nvSpPr>
        <p:spPr>
          <a:xfrm>
            <a:off x="836676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2026-08-06T04:27:34Z</dcterms:created>
  <dcterms:modified xsi:type="dcterms:W3CDTF">2026-08-06T04:27:34Z</dcterms:modified>
</cp:coreProperties>
</file>