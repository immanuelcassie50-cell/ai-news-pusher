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Gilbert的行为工程模型 (BEM)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Thomas Gilbert于1978年提出的人类绩效工程框架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19456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环境因素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Factors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组织可以改变的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2194560"/>
            <a:ext cx="731520" cy="731520"/>
          </a:xfrm>
          <a:prstGeom prst="ellipse">
            <a:avLst/>
          </a:prstGeom>
          <a:solidFill>
            <a:srgbClr val="BDC3C7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37760" y="3063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个人因素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3776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Factors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886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员工自身的原因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0392B">
              <a:alpha val="10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891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BEM认为：大部分绩效问题源于环境，而非个人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2026-07-28T16:33:23Z</dcterms:created>
  <dcterms:modified xsi:type="dcterms:W3CDTF">2026-07-28T16:33:23Z</dcterms:modified>
</cp:coreProperties>
</file>