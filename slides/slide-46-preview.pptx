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搭便车的逻辑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个人理性计算的逻辑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160020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我的努力成果会被所有人分享（公共物品特性）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783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我少付出的成本完全由我自己承担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14884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57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即使我退出/划水，团队成果依然存在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3931920" cy="2103120"/>
          </a:xfrm>
          <a:prstGeom prst="rect">
            <a:avLst/>
          </a:prstGeom>
          <a:solidFill>
            <a:srgbClr val="BEE3F8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个人理性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少付出，多收获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搭便车获益最大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11680" y="4023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集体理性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共同付出，共享成果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每个人承担公平份额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697480"/>
            <a:ext cx="3931920" cy="2103120"/>
          </a:xfrm>
          <a:prstGeom prst="rect">
            <a:avLst/>
          </a:prstGeom>
          <a:solidFill>
            <a:srgbClr val="C53030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346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集体行动的困境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2004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当每个人都这样想时：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没有人愿意主动付出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团队产出大幅下降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最终大家都是输家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公共物品无法提供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2026-08-26T00:47:40Z</dcterms:created>
  <dcterms:modified xsi:type="dcterms:W3CDTF">2026-08-26T00:47:40Z</dcterms:modified>
</cp:coreProperties>
</file>