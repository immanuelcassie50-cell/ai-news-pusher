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芝加哥学派对自由市场的辩护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18288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17373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与奥地利学派的分歧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更接受数学形式化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更强调经验检验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政策建议更技术性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73152" cy="17373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捍卫自由市场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批评政府失灵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强调个人自由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对20世纪后半叶政策的影响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74720"/>
            <a:ext cx="26517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撒切尔改革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4160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英国私有化浪潮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3474720"/>
            <a:ext cx="26517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里根经济学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9000" y="4160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减税与放松管制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474720"/>
            <a:ext cx="265176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放松管制运动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63640" y="4160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金融与交通领域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2026-08-26T00:47:39Z</dcterms:created>
  <dcterms:modified xsi:type="dcterms:W3CDTF">2026-08-26T00:47:39Z</dcterms:modified>
</cp:coreProperties>
</file>