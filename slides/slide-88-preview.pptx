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73152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3108960"/>
            <a:ext cx="1280160" cy="36576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645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激励时机诊断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931920" y="2560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时效性：激励生效的关键变量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3200400"/>
            <a:ext cx="2286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3383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时机不对，激励白费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400507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及时激励的心理学基础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432511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激励窗口期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464515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160520" y="4572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节奏把控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2026-07-28T16:28:46Z</dcterms:created>
  <dcterms:modified xsi:type="dcterms:W3CDTF">2026-07-28T16:28:46Z</dcterms:modified>
</cp:coreProperties>
</file>