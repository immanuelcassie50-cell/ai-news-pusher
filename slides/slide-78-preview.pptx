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某电商公司的激励困境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417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某中型电商公司，销售团队采用"高提成"策略，提成比例从8%逐年提高到15%。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但公司发现：销售额上升，利润却下降；优秀销售员挣到钱就走，团队士气低落。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问题诊断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2286000" cy="411480"/>
          </a:xfrm>
          <a:prstGeom prst="roundRect">
            <a:avLst>
              <a:gd name="adj" fmla="val 11111"/>
            </a:avLst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0632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边际效用递减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34640" y="306324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高提成变为例行预期，激励效果减弱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2286000" cy="411480"/>
          </a:xfrm>
          <a:prstGeom prst="roundRect">
            <a:avLst>
              <a:gd name="adj" fmla="val 11111"/>
            </a:avLst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5661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短期导向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34640" y="356616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销售只冲量，不管回款和利润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069080"/>
            <a:ext cx="2286000" cy="411480"/>
          </a:xfrm>
          <a:prstGeom prst="roundRect">
            <a:avLst>
              <a:gd name="adj" fmla="val 11111"/>
            </a:avLst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0690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内部公平失衡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34640" y="406908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其他部门觉得被忽视，协作意愿降低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5720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8B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思考：如果是你的团队，你会如何调整激励方案？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2026-07-28T16:38:24Z</dcterms:created>
  <dcterms:modified xsi:type="dcterms:W3CDTF">2026-07-28T16:38:24Z</dcterms:modified>
</cp:coreProperties>
</file>