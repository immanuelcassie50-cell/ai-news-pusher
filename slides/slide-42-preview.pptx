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机票联盟的博弈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航空公司的价格协调机制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55448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联盟定价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星空联盟、寰宇一家等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航空公司联盟统一价格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41732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5448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代码共享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共享航班座位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协调时刻表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155448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收益管理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根据上座率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动态调整价格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41732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9516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联盟博弈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2651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联盟内vs联盟外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竞争与合作并存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86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航空公司通过联盟协调价格，但每个成员仍有动机通过差异化服务、额外收费等方式背叛协议，争夺更多乘客。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2026-08-26T01:09:23Z</dcterms:created>
  <dcterms:modified xsi:type="dcterms:W3CDTF">2026-08-26T01:09:23Z</dcterms:modified>
</cp:coreProperties>
</file>