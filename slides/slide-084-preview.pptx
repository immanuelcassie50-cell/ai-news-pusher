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半脱稿练习方法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在"脱稿"与"念稿"之间找到平衡，逐步建立脱稿信心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09728" cy="1645920"/>
          </a:xfrm>
          <a:prstGeom prst="roundRect">
            <a:avLst>
              <a:gd name="adj" fmla="val 50000"/>
            </a:avLst>
          </a:prstGeom>
          <a:solidFill>
            <a:srgbClr val="D9042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EF233C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遮盖法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488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遮住稿子的部分内容，只露出下一句话的开头，尝试顺着背下去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697480"/>
            <a:ext cx="2011680" cy="228600"/>
          </a:xfrm>
          <a:prstGeom prst="roundRect">
            <a:avLst>
              <a:gd name="adj" fmla="val 20000"/>
            </a:avLst>
          </a:prstGeom>
          <a:solidFill>
            <a:srgbClr val="D90429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974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从非核心段落开始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371600"/>
            <a:ext cx="109728" cy="1645920"/>
          </a:xfrm>
          <a:prstGeom prst="roundRect">
            <a:avLst>
              <a:gd name="adj" fmla="val 50000"/>
            </a:avLst>
          </a:prstGeom>
          <a:solidFill>
            <a:srgbClr val="D90429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1600200"/>
            <a:ext cx="548640" cy="548640"/>
          </a:xfrm>
          <a:prstGeom prst="ellipse">
            <a:avLst/>
          </a:prstGeom>
          <a:solidFill>
            <a:srgbClr val="EF233C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1500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计时法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21488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设定看稿时间限制，比如"这页必须在30秒内说完"，逐步缩短时间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2697480"/>
            <a:ext cx="2011680" cy="228600"/>
          </a:xfrm>
          <a:prstGeom prst="roundRect">
            <a:avLst>
              <a:gd name="adj" fmla="val 20000"/>
            </a:avLst>
          </a:prstGeom>
          <a:solidFill>
            <a:srgbClr val="D90429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26974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培养时间感知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337560"/>
            <a:ext cx="109728" cy="1645920"/>
          </a:xfrm>
          <a:prstGeom prst="roundRect">
            <a:avLst>
              <a:gd name="adj" fmla="val 50000"/>
            </a:avLst>
          </a:prstGeom>
          <a:solidFill>
            <a:srgbClr val="D90429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3566160"/>
            <a:ext cx="548640" cy="548640"/>
          </a:xfrm>
          <a:prstGeom prst="ellipse">
            <a:avLst/>
          </a:prstGeom>
          <a:solidFill>
            <a:srgbClr val="EF233C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倒读法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" y="41148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从稿子的中间部分开始读，不从头开始，强迫你熟悉整体内容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663440"/>
            <a:ext cx="2011680" cy="228600"/>
          </a:xfrm>
          <a:prstGeom prst="roundRect">
            <a:avLst>
              <a:gd name="adj" fmla="val 20000"/>
            </a:avLst>
          </a:prstGeom>
          <a:solidFill>
            <a:srgbClr val="D90429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663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打破路径依赖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33756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337560"/>
            <a:ext cx="109728" cy="1645920"/>
          </a:xfrm>
          <a:prstGeom prst="roundRect">
            <a:avLst>
              <a:gd name="adj" fmla="val 50000"/>
            </a:avLst>
          </a:prstGeom>
          <a:solidFill>
            <a:srgbClr val="D90429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0" y="3566160"/>
            <a:ext cx="548640" cy="548640"/>
          </a:xfrm>
          <a:prstGeom prst="ellipse">
            <a:avLst/>
          </a:prstGeom>
          <a:solidFill>
            <a:srgbClr val="EF233C">
              <a:alpha val="8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71500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穿插法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029200" y="41148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在稿子的关键段落做标记，练习时故意跳过，检验记忆掌握程度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0" y="4663440"/>
            <a:ext cx="2011680" cy="228600"/>
          </a:xfrm>
          <a:prstGeom prst="roundRect">
            <a:avLst>
              <a:gd name="adj" fmla="val 20000"/>
            </a:avLst>
          </a:prstGeom>
          <a:solidFill>
            <a:srgbClr val="D90429">
              <a:alpha val="1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074920" y="4663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聚焦核心观点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2B2D42">
              <a:alpha val="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核心原则：先求"不卡"，再求"自然"。半脱稿的目标是建立自信，不是完美背诵。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2026-07-25T12:54:41Z</dcterms:created>
  <dcterms:modified xsi:type="dcterms:W3CDTF">2026-07-25T12:54:41Z</dcterms:modified>
</cp:coreProperties>
</file>