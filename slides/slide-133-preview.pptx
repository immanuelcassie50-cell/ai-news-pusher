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"/>
            <a:ext cx="1097280" cy="1097280"/>
          </a:xfrm>
          <a:prstGeom prst="ellipse">
            <a:avLst/>
          </a:prstGeom>
          <a:solidFill>
            <a:srgbClr val="71809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3657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18096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反思问题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Questions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286000" cy="2743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82880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审辨中最难的部分是什么？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3042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most difficult part of critical analysis?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哪个维度最容易忽略？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35584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dimension is easiest to overlook?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069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计划如何改进？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40740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plan to improve?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18096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2026-07-22T11:48:36Z</dcterms:created>
  <dcterms:modified xsi:type="dcterms:W3CDTF">2026-07-22T11:48:36Z</dcterms:modified>
</cp:coreProperties>
</file>