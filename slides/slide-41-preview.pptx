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OPEC案例分析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OPEC兴衰史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34440" y="1463040"/>
            <a:ext cx="548640" cy="54864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OPEC成立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548640" cy="54864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0604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石油危机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油价暴涨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32120" y="1463040"/>
            <a:ext cx="548640" cy="54864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市场份额争夺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0" y="1463040"/>
            <a:ext cx="548640" cy="54864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0372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页岩油竞争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OPEC控制力下降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1719072"/>
            <a:ext cx="6949440" cy="27432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926080"/>
            <a:ext cx="82296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卡特尔的内在悖论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3520440"/>
            <a:ext cx="109728" cy="109728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34290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每个成员国都有单独增产以获取更多收入的动机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3886200"/>
            <a:ext cx="109728" cy="109728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379476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当油价高时，背叛激励最强（超产冲动最大）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4251960"/>
            <a:ext cx="109728" cy="109728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416052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历史上多次超额生产导致油价崩盘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4617720"/>
            <a:ext cx="109728" cy="109728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45262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只有通过严格配额和监督机制才能维持合作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2026-08-26T01:09:23Z</dcterms:created>
  <dcterms:modified xsi:type="dcterms:W3CDTF">2026-08-26T01:09:23Z</dcterms:modified>
</cp:coreProperties>
</file>