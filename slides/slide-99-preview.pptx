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建立人机互信机制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20440" y="1828800"/>
            <a:ext cx="1645920" cy="1645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35204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39479" y="3312681"/>
            <a:ext cx="1280160" cy="10058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7" name="Shape 5"/>
          <p:cNvSpPr/>
          <p:nvPr/>
        </p:nvSpPr>
        <p:spPr>
          <a:xfrm>
            <a:off x="2950959" y="3404121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2585199" y="3815601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39479" y="4025913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明确告知AI的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能力与局限性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67161" y="3312681"/>
            <a:ext cx="1280160" cy="10058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1" name="Shape 9"/>
          <p:cNvSpPr/>
          <p:nvPr/>
        </p:nvSpPr>
        <p:spPr>
          <a:xfrm>
            <a:off x="5278641" y="3404121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12881" y="3815601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7161" y="4025913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决策过程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可追溯理解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39479" y="984999"/>
            <a:ext cx="1280160" cy="10058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5" name="Shape 13"/>
          <p:cNvSpPr/>
          <p:nvPr/>
        </p:nvSpPr>
        <p:spPr>
          <a:xfrm>
            <a:off x="2950959" y="1076439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6" name="Text 14"/>
          <p:cNvSpPr/>
          <p:nvPr/>
        </p:nvSpPr>
        <p:spPr>
          <a:xfrm>
            <a:off x="2585199" y="1487919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39479" y="1698231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输出稳定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符合预期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67161" y="984999"/>
            <a:ext cx="1280160" cy="10058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9" name="Shape 17"/>
          <p:cNvSpPr/>
          <p:nvPr/>
        </p:nvSpPr>
        <p:spPr>
          <a:xfrm>
            <a:off x="5278641" y="1076439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0" name="Text 18"/>
          <p:cNvSpPr/>
          <p:nvPr/>
        </p:nvSpPr>
        <p:spPr>
          <a:xfrm>
            <a:off x="4912881" y="1487919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7161" y="1698231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持续兑现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承诺价值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64493" y="3298338"/>
            <a:ext cx="32329" cy="32329"/>
          </a:xfrm>
          <a:prstGeom prst="line">
            <a:avLst/>
          </a:prstGeom>
          <a:noFill/>
          <a:ln w="19050">
            <a:solidFill>
              <a:srgbClr val="EF535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989978" y="3298338"/>
            <a:ext cx="32329" cy="32329"/>
          </a:xfrm>
          <a:prstGeom prst="line">
            <a:avLst/>
          </a:prstGeom>
          <a:noFill/>
          <a:ln w="19050">
            <a:solidFill>
              <a:srgbClr val="EF535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64493" y="1972853"/>
            <a:ext cx="32329" cy="32329"/>
          </a:xfrm>
          <a:prstGeom prst="line">
            <a:avLst/>
          </a:prstGeom>
          <a:noFill/>
          <a:ln w="19050">
            <a:solidFill>
              <a:srgbClr val="EF535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989978" y="1972853"/>
            <a:ext cx="32329" cy="32329"/>
          </a:xfrm>
          <a:prstGeom prst="line">
            <a:avLst/>
          </a:prstGeom>
          <a:noFill/>
          <a:ln w="19050">
            <a:solidFill>
              <a:srgbClr val="EF535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4251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设定明确边界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438912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持续反馈优化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438912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4389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渐进式建立信任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2026-08-06T04:28:08Z</dcterms:created>
  <dcterms:modified xsi:type="dcterms:W3CDTF">2026-08-06T04:28:08Z</dcterms:modified>
</cp:coreProperties>
</file>