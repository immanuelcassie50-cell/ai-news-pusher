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现实困局的共同特征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265176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63040" y="1234440"/>
            <a:ext cx="640080" cy="640080"/>
          </a:xfrm>
          <a:prstGeom prst="ellipse">
            <a:avLst/>
          </a:prstGeom>
          <a:solidFill>
            <a:srgbClr val="D69E2E"/>
          </a:solidFill>
          <a:ln/>
        </p:spPr>
      </p:sp>
      <p:sp>
        <p:nvSpPr>
          <p:cNvPr id="6" name="Text 4"/>
          <p:cNvSpPr/>
          <p:nvPr/>
        </p:nvSpPr>
        <p:spPr>
          <a:xfrm>
            <a:off x="1463040" y="1234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94360" y="20116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短期背叛诱惑大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24231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Short-term temptation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188720" y="2834640"/>
            <a:ext cx="1188720" cy="18288"/>
          </a:xfrm>
          <a:prstGeom prst="rect">
            <a:avLst/>
          </a:prstGeom>
          <a:solidFill>
            <a:srgbClr val="BEE3F8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" y="3017520"/>
            <a:ext cx="137160" cy="137160"/>
          </a:xfrm>
          <a:prstGeom prst="ellipse">
            <a:avLst/>
          </a:prstGeom>
          <a:solidFill>
            <a:srgbClr val="D69E2E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92608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背叛能带来即时收益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85800" y="3520440"/>
            <a:ext cx="137160" cy="137160"/>
          </a:xfrm>
          <a:prstGeom prst="ellipse">
            <a:avLst/>
          </a:prstGeom>
          <a:solidFill>
            <a:srgbClr val="D69E2E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42900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合作收益需要时间才能显现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85800" y="4023360"/>
            <a:ext cx="137160" cy="137160"/>
          </a:xfrm>
          <a:prstGeom prst="ellipse">
            <a:avLst/>
          </a:prstGeom>
          <a:solidFill>
            <a:srgbClr val="D69E2E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93192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人们往往低估长远后果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91840" y="1051560"/>
            <a:ext cx="265176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297680" y="1234440"/>
            <a:ext cx="640080" cy="64008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18" name="Text 16"/>
          <p:cNvSpPr/>
          <p:nvPr/>
        </p:nvSpPr>
        <p:spPr>
          <a:xfrm>
            <a:off x="4297680" y="1234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3429000" y="20116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长期合作收益高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429000" y="24231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Long-term cooperation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023360" y="2834640"/>
            <a:ext cx="1188720" cy="18288"/>
          </a:xfrm>
          <a:prstGeom prst="rect">
            <a:avLst/>
          </a:prstGeom>
          <a:solidFill>
            <a:srgbClr val="BEE3F8"/>
          </a:solidFill>
          <a:ln/>
        </p:spPr>
      </p:sp>
      <p:sp>
        <p:nvSpPr>
          <p:cNvPr id="22" name="Shape 20"/>
          <p:cNvSpPr/>
          <p:nvPr/>
        </p:nvSpPr>
        <p:spPr>
          <a:xfrm>
            <a:off x="3520440" y="3017520"/>
            <a:ext cx="137160" cy="13716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23" name="Text 21"/>
          <p:cNvSpPr/>
          <p:nvPr/>
        </p:nvSpPr>
        <p:spPr>
          <a:xfrm>
            <a:off x="3749040" y="292608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稳定的关系带来持续回报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520440" y="3520440"/>
            <a:ext cx="137160" cy="13716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25" name="Text 23"/>
          <p:cNvSpPr/>
          <p:nvPr/>
        </p:nvSpPr>
        <p:spPr>
          <a:xfrm>
            <a:off x="3749040" y="342900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信任是长期积累的资源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520440" y="4023360"/>
            <a:ext cx="137160" cy="13716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27" name="Text 25"/>
          <p:cNvSpPr/>
          <p:nvPr/>
        </p:nvSpPr>
        <p:spPr>
          <a:xfrm>
            <a:off x="3749040" y="393192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双赢结果远超单次背叛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26480" y="1051560"/>
            <a:ext cx="265176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132320" y="1234440"/>
            <a:ext cx="640080" cy="640080"/>
          </a:xfrm>
          <a:prstGeom prst="ellipse">
            <a:avLst/>
          </a:prstGeom>
          <a:solidFill>
            <a:srgbClr val="C53030"/>
          </a:solidFill>
          <a:ln/>
        </p:spPr>
      </p:sp>
      <p:sp>
        <p:nvSpPr>
          <p:cNvPr id="30" name="Text 28"/>
          <p:cNvSpPr/>
          <p:nvPr/>
        </p:nvSpPr>
        <p:spPr>
          <a:xfrm>
            <a:off x="7132320" y="1234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6263640" y="20116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检测和惩罚困难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263640" y="24231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EE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difficult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858000" y="2834640"/>
            <a:ext cx="1188720" cy="18288"/>
          </a:xfrm>
          <a:prstGeom prst="rect">
            <a:avLst/>
          </a:prstGeom>
          <a:solidFill>
            <a:srgbClr val="BEE3F8"/>
          </a:solidFill>
          <a:ln/>
        </p:spPr>
      </p:sp>
      <p:sp>
        <p:nvSpPr>
          <p:cNvPr id="34" name="Shape 32"/>
          <p:cNvSpPr/>
          <p:nvPr/>
        </p:nvSpPr>
        <p:spPr>
          <a:xfrm>
            <a:off x="6355080" y="3017520"/>
            <a:ext cx="137160" cy="137160"/>
          </a:xfrm>
          <a:prstGeom prst="ellipse">
            <a:avLst/>
          </a:prstGeom>
          <a:solidFill>
            <a:srgbClr val="C53030"/>
          </a:solidFill>
          <a:ln/>
        </p:spPr>
      </p:sp>
      <p:sp>
        <p:nvSpPr>
          <p:cNvPr id="35" name="Text 33"/>
          <p:cNvSpPr/>
          <p:nvPr/>
        </p:nvSpPr>
        <p:spPr>
          <a:xfrm>
            <a:off x="6583680" y="292608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背叛行为往往难以观察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355080" y="3520440"/>
            <a:ext cx="137160" cy="137160"/>
          </a:xfrm>
          <a:prstGeom prst="ellipse">
            <a:avLst/>
          </a:prstGeom>
          <a:solidFill>
            <a:srgbClr val="C53030"/>
          </a:solidFill>
          <a:ln/>
        </p:spPr>
      </p:sp>
      <p:sp>
        <p:nvSpPr>
          <p:cNvPr id="37" name="Text 35"/>
          <p:cNvSpPr/>
          <p:nvPr/>
        </p:nvSpPr>
        <p:spPr>
          <a:xfrm>
            <a:off x="6583680" y="342900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惩罚需要付出成本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355080" y="4023360"/>
            <a:ext cx="137160" cy="137160"/>
          </a:xfrm>
          <a:prstGeom prst="ellipse">
            <a:avLst/>
          </a:prstGeom>
          <a:solidFill>
            <a:srgbClr val="C53030"/>
          </a:solidFill>
          <a:ln/>
        </p:spPr>
      </p:sp>
      <p:sp>
        <p:nvSpPr>
          <p:cNvPr id="39" name="Text 37"/>
          <p:cNvSpPr/>
          <p:nvPr/>
        </p:nvSpPr>
        <p:spPr>
          <a:xfrm>
            <a:off x="6583680" y="393192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宽容导致背叛者得寸进尺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22857"/>
            </a:avLst>
          </a:prstGeom>
          <a:solidFill>
            <a:srgbClr val="D69E2E"/>
          </a:solidFill>
          <a:ln/>
        </p:spPr>
      </p:sp>
      <p:sp>
        <p:nvSpPr>
          <p:cNvPr id="41" name="Text 39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2026-08-26T01:09:25Z</dcterms:created>
  <dcterms:modified xsi:type="dcterms:W3CDTF">2026-08-26T01:09:25Z</dcterms:modified>
</cp:coreProperties>
</file>