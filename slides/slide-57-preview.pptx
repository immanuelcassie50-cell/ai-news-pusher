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税务合规的博弈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公司税务决策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其他公司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如实申报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逃税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本公司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828800"/>
            <a:ext cx="2286000" cy="11887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公平竞争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合规公司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税负一致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828800"/>
            <a:ext cx="2286000" cy="11887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被动吃亏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别人逃税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你老实吃亏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3200400"/>
            <a:ext cx="2286000" cy="11887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主动优势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你逃税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200400"/>
            <a:ext cx="2286000" cy="11887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集体受损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都被查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都受罚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关键：税务机关的稽查概率和处罚力度决定了博弈结果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2026-08-26T01:09:25Z</dcterms:created>
  <dcterms:modified xsi:type="dcterms:W3CDTF">2026-08-26T01:09:25Z</dcterms:modified>
</cp:coreProperties>
</file>