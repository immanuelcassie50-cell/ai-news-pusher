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 知识框架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激励方向诊断流程图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战略目标一致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2606040"/>
            <a:ext cx="1828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496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方向诊断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识别真实激励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1828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496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伪激励识别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排除伪信号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2606040"/>
            <a:ext cx="1828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2496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激励相容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利益一致化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37947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7947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激励方向诊断是管理者的核心能力——只有方向正确，激励才能真正发挥作用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42976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BDC3C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方向&gt;力度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97480" y="42976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BDC3C7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识别&gt;设计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42976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BDC3C7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相容&gt;激励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42976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BDC3C7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诊断&gt;臆测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2026-07-28T16:28:40Z</dcterms:created>
  <dcterms:modified xsi:type="dcterms:W3CDTF">2026-07-28T16:28:40Z</dcterms:modified>
</cp:coreProperties>
</file>