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经典囚徒困境收益矩阵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6002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BEE3F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6002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ED7D7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BEE3F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945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74904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FED7D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490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C6F6D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1945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(3, 3)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2194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EEBC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21945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(5, 0)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9496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A背叛得逞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EEBC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7490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(0, 5)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B背叛得逞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37490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ED7D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37490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(1, 1)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496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1371600"/>
            <a:ext cx="228600" cy="228600"/>
          </a:xfrm>
          <a:prstGeom prst="ellipse">
            <a:avLst/>
          </a:prstGeom>
          <a:solidFill>
            <a:srgbClr val="C6F6D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mutual cooperation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1737360"/>
            <a:ext cx="228600" cy="228600"/>
          </a:xfrm>
          <a:prstGeom prst="ellipse">
            <a:avLst/>
          </a:prstGeom>
          <a:solidFill>
            <a:srgbClr val="FED7D7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mutual defection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2103120"/>
            <a:ext cx="228600" cy="228600"/>
          </a:xfrm>
          <a:prstGeom prst="ellipse">
            <a:avLst/>
          </a:prstGeom>
          <a:solidFill>
            <a:srgbClr val="FEEBC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temptation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2026-08-26T00:45:00Z</dcterms:created>
  <dcterms:modified xsi:type="dcterms:W3CDTF">2026-08-26T00:45:00Z</dcterms:modified>
</cp:coreProperties>
</file>