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多玩家博弈的挑战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D69E2E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当参与者超过两人时，情况变得复杂得多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主要挑战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51760"/>
            <a:ext cx="54864" cy="6858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检测困难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274320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难以确定是谁先背叛，多人中背叛来源难以追溯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29000"/>
            <a:ext cx="54864" cy="6858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20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惩罚协调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352044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多人合作惩罚背叛者需要协调，成本高昂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206240"/>
            <a:ext cx="54864" cy="6858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97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集体行动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77440" y="429768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"公地悲剧"——个人理性导致集体非理性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45720" cy="3200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多玩家博弈需要不同的机制设计：声誉、规则、第三方 enforcement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2026-08-26T00:48:08Z</dcterms:created>
  <dcterms:modified xsi:type="dcterms:W3CDTF">2026-08-26T00:48:08Z</dcterms:modified>
</cp:coreProperties>
</file>