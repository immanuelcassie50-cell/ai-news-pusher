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7836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收益矩阵的定义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BEE3F8">
              <a:alpha val="50000"/>
            </a:srgbClr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收益矩阵（Payoff Matrix）：展示博弈中所有策略组合对应收益的表格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92608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192024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2C52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920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0" y="192024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2C52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920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背叛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71600" y="2103120"/>
            <a:ext cx="1371600" cy="914400"/>
          </a:xfrm>
          <a:prstGeom prst="roundRect">
            <a:avLst>
              <a:gd name="adj" fmla="val 5000"/>
            </a:avLst>
          </a:prstGeom>
          <a:solidFill>
            <a:srgbClr val="D6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21031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3017520"/>
            <a:ext cx="1371600" cy="914400"/>
          </a:xfrm>
          <a:prstGeom prst="roundRect">
            <a:avLst>
              <a:gd name="adj" fmla="val 5000"/>
            </a:avLst>
          </a:prstGeom>
          <a:solidFill>
            <a:srgbClr val="D6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30175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背叛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0" y="2103120"/>
            <a:ext cx="13716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21031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3, 3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0" y="2103120"/>
            <a:ext cx="13716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21031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0, 5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0" y="3017520"/>
            <a:ext cx="13716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30175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5, 0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0" y="3017520"/>
            <a:ext cx="13716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30175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1, 1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格式说明: (A的收益, B的收益)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03520" y="2743200"/>
            <a:ext cx="2926080" cy="1645920"/>
          </a:xfrm>
          <a:prstGeom prst="roundRect">
            <a:avLst>
              <a:gd name="adj" fmla="val 4444"/>
            </a:avLst>
          </a:prstGeom>
          <a:solidFill>
            <a:srgbClr val="F7FAFC"/>
          </a:solidFill>
          <a:ln w="19050">
            <a:solidFill>
              <a:srgbClr val="D69E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2834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示例解读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0" y="320040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双方合作 (3,3)：各得3分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一方背叛 (5,0)：背叛者得5分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双方背叛 (1,1)：各得1分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6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2026-08-26T00:36:18Z</dcterms:created>
  <dcterms:modified xsi:type="dcterms:W3CDTF">2026-08-26T00:36:18Z</dcterms:modified>
</cp:coreProperties>
</file>