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一个真实的案例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1645920"/>
          </a:xfrm>
          <a:prstGeom prst="rect">
            <a:avLst>
              <a:gd name="adj" fmla="val 5556"/>
            </a:avLst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457200"/>
          </a:xfrm>
          <a:prstGeom prst="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393192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学生档案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理科男生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分数够985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喜欢打游戏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645920"/>
          </a:xfrm>
          <a:prstGeom prst="rect">
            <a:avLst>
              <a:gd name="adj" fmla="val 5556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457200"/>
          </a:xfrm>
          <a:prstGeom prst="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417320"/>
            <a:ext cx="393192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隐藏优势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对策略类游戏的资源调度和数值平衡特别有研究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914400"/>
          </a:xfrm>
          <a:prstGeom prst="rect">
            <a:avLst>
              <a:gd name="adj" fmla="val 10000"/>
            </a:avLst>
          </a:prstGeom>
          <a:solidFill>
            <a:srgbClr val="2B2D42">
              <a:alpha val="5000"/>
            </a:srgbClr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梯度表前八个冲的专业全是热门商科和计算机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731520"/>
          </a:xfrm>
          <a:prstGeom prst="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有没有人问过，他想学什么？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2026-08-02T01:21:19Z</dcterms:created>
  <dcterms:modified xsi:type="dcterms:W3CDTF">2026-08-02T01:21:19Z</dcterms:modified>
</cp:coreProperties>
</file>