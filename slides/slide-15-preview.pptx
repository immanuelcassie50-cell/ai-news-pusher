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为什么会掉入陷阱？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悖论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C6F6D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(3, 3)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108960" y="182880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ED7D7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(1, 1)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0896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明明 (3,3) &gt; (1,1)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个体理性：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选择背叛，因为背叛总能带来更多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集体结果：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双方背叛，得到最差结果 (1,1)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困境的本质：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理性选择导致非理性结果！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BEE3F8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个体理性 vs 集体最优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7760" y="1920240"/>
            <a:ext cx="173736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个体理性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468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背叛是「占优策略」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不考虑对方反应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追求个人利益最大化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920240"/>
            <a:ext cx="1737360" cy="457200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集体最优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468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合作带来 (3,3)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需要信任基础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追求共同利益最大化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28600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384048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稳定均衡 ≠ 最优结果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2026-08-26T00:45:01Z</dcterms:created>
  <dcterms:modified xsi:type="dcterms:W3CDTF">2026-08-26T00:45:01Z</dcterms:modified>
</cp:coreProperties>
</file>