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平台经济的博弈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网约车平台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司机的困境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接受低单价 -&gt; 收入微薄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拒绝订单 -&gt; 失去平台派单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3464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如果所有司机都接受...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3566160" cy="8229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平台永远是赢家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司机互相竞争压低价格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外卖平台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餐厅的困境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201168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高抽成 -&gt; 利润被压缩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242316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不入驻 -&gt; 失去线上流量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83464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如果所有餐厅都入驻...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291840"/>
            <a:ext cx="3566160" cy="8229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平台设定规则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餐厅无法形成有效联盟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