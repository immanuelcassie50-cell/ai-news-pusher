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练习3-B：激励类型诊断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8B0000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任务：使用F3激励类型诊断卡，对以下场景进行诊断评分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某互联网公司销售团队，采用"低底薪+高提成"模式（底薪只有市场水平的60%，提成上不封顶）。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团队年销售额增长30%，但人员流失率高达40%，且新签客户质量参差不齐。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F3诊断评分（1-5分，1=严重偏重，3=平衡，5=严重缺失）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286000" cy="438912"/>
          </a:xfrm>
          <a:prstGeom prst="roundRect">
            <a:avLst>
              <a:gd name="adj" fmla="val 10417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 vs 非物质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2926080"/>
            <a:ext cx="548640" cy="438912"/>
          </a:xfrm>
          <a:prstGeom prst="roundRect">
            <a:avLst>
              <a:gd name="adj" fmla="val 10417"/>
            </a:avLst>
          </a:prstGeom>
          <a:solidFill>
            <a:srgbClr val="BDC3C7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29260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低底薪导致员工不安全感，非物质激励缺失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2286000" cy="438912"/>
          </a:xfrm>
          <a:prstGeom prst="roundRect">
            <a:avLst>
              <a:gd name="adj" fmla="val 10417"/>
            </a:avLst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29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vs 长期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3429000"/>
            <a:ext cx="548640" cy="438912"/>
          </a:xfrm>
          <a:prstGeom prst="roundRect">
            <a:avLst>
              <a:gd name="adj" fmla="val 10417"/>
            </a:avLst>
          </a:prstGeom>
          <a:solidFill>
            <a:srgbClr val="BDC3C7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342900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42900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提成导向，员工只顾眼前签单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2286000" cy="438912"/>
          </a:xfrm>
          <a:prstGeom prst="roundRect">
            <a:avLst>
              <a:gd name="adj" fmla="val 10417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vs 内部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3931920"/>
            <a:ext cx="548640" cy="438912"/>
          </a:xfrm>
          <a:prstGeom prst="roundRect">
            <a:avLst>
              <a:gd name="adj" fmla="val 10417"/>
            </a:avLst>
          </a:prstGeom>
          <a:solidFill>
            <a:srgbClr val="BDC3C7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393192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39319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纯金钱驱动，内在动力未被激发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2286000" cy="438912"/>
          </a:xfrm>
          <a:prstGeom prst="roundRect">
            <a:avLst>
              <a:gd name="adj" fmla="val 10417"/>
            </a:avLst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4348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vs 个性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4434840"/>
            <a:ext cx="548640" cy="438912"/>
          </a:xfrm>
          <a:prstGeom prst="roundRect">
            <a:avLst>
              <a:gd name="adj" fmla="val 10417"/>
            </a:avLst>
          </a:prstGeom>
          <a:solidFill>
            <a:srgbClr val="BDC3C7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443484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74720" y="44348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一刀切模式，不考虑个体差异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提示：诊断完后，想想如果你是这个公司的HR，会先改什么？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2026-07-28T16:38:24Z</dcterms:created>
  <dcterms:modified xsi:type="dcterms:W3CDTF">2026-07-28T16:38:24Z</dcterms:modified>
</cp:coreProperties>
</file>