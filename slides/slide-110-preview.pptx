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决策分级的技术支持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011680" cy="457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" name="Shape 3"/>
          <p:cNvSpPr/>
          <p:nvPr/>
        </p:nvSpPr>
        <p:spPr>
          <a:xfrm>
            <a:off x="3429000" y="1188720"/>
            <a:ext cx="2286000" cy="228600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11887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743200"/>
            <a:ext cx="1645920" cy="16459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743200"/>
            <a:ext cx="1645920" cy="164592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7432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战术决策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1097280" cy="1097280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931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4114800"/>
            <a:ext cx="1097280" cy="1097280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114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4114800"/>
            <a:ext cx="1097280" cy="1097280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3931920"/>
            <a:ext cx="1097280" cy="1097280"/>
          </a:xfrm>
          <a:prstGeom prst="ellipse">
            <a:avLst/>
          </a:prstGeom>
          <a:solidFill>
            <a:srgbClr val="424242"/>
          </a:solidFill>
          <a:ln w="12700">
            <a:solidFill>
              <a:srgbClr val="4242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931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560320"/>
            <a:ext cx="457200" cy="0"/>
          </a:xfrm>
          <a:prstGeom prst="line">
            <a:avLst/>
          </a:prstGeom>
          <a:noFill/>
          <a:ln w="25400">
            <a:solidFill>
              <a:srgbClr val="FFCD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2560320"/>
            <a:ext cx="457200" cy="0"/>
          </a:xfrm>
          <a:prstGeom prst="line">
            <a:avLst/>
          </a:prstGeom>
          <a:noFill/>
          <a:ln w="25400">
            <a:solidFill>
              <a:srgbClr val="FFC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3566160"/>
            <a:ext cx="365760" cy="365760"/>
          </a:xfrm>
          <a:prstGeom prst="line">
            <a:avLst/>
          </a:prstGeom>
          <a:noFill/>
          <a:ln w="19050">
            <a:solidFill>
              <a:srgbClr val="FFCD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3566160"/>
            <a:ext cx="182880" cy="457200"/>
          </a:xfrm>
          <a:prstGeom prst="line">
            <a:avLst/>
          </a:prstGeom>
          <a:noFill/>
          <a:ln w="19050">
            <a:solidFill>
              <a:srgbClr val="FFCD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566160"/>
            <a:ext cx="182880" cy="457200"/>
          </a:xfrm>
          <a:prstGeom prst="line">
            <a:avLst/>
          </a:prstGeom>
          <a:noFill/>
          <a:ln w="19050">
            <a:solidFill>
              <a:srgbClr val="FFCD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566160"/>
            <a:ext cx="365760" cy="365760"/>
          </a:xfrm>
          <a:prstGeom prst="line">
            <a:avLst/>
          </a:prstGeom>
          <a:noFill/>
          <a:ln w="19050">
            <a:solidFill>
              <a:srgbClr val="FFCD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10972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技术支撑体系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6012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数据采集与处理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228600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9601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算法模型支撑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283464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012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系统集成能力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109728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分级标准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0" y="1737360"/>
            <a:ext cx="45720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1737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4944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全局性、长期性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2286000"/>
            <a:ext cx="45720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0" y="22860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战术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4944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局部性、中期性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2834640"/>
            <a:ext cx="45720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49440" y="27889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日常性、短期性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" y="4434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C62828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分级决策需要分级技术支撑，实现精准匹配与高效执行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52" name="Text 5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2026-08-06T04:31:36Z</dcterms:created>
  <dcterms:modified xsi:type="dcterms:W3CDTF">2026-08-06T04:31:36Z</dcterms:modified>
</cp:coreProperties>
</file>