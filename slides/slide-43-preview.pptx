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供应商压价博弈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核心博弈：品牌商 vs 供应商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2860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策略：压价 or 维持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长期合作关系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2860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策略：接受压价 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寻找其他买家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463040"/>
            <a:ext cx="2743200" cy="1371600"/>
          </a:xfrm>
          <a:prstGeom prst="rect">
            <a:avLst/>
          </a:prstGeom>
          <a:solidFill>
            <a:srgbClr val="BEE3F8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博弈结果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1920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压价+接受=短期成本降低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但会失去优质供应商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长期影响产品质量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现实案例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苹果 vs 供应商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苹果压价导致供应商利润率下降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342900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汽车厂商 vs 零部件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840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长期压价导致供应商研发投入不足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342900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1792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电商平台 vs 商家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840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平台费用上涨，商家利润被压缩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2026-08-26T01:09:23Z</dcterms:created>
  <dcterms:modified xsi:type="dcterms:W3CDTF">2026-08-26T01:09:23Z</dcterms:modified>
</cp:coreProperties>
</file>