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案例3：瓜达尔港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503920" y="1828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182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Gwadar Port — 印度洋上的战略支点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114800" cy="3474720"/>
          </a:xfrm>
          <a:prstGeom prst="rect">
            <a:avLst/>
          </a:prstGeom>
          <a:solidFill>
            <a:srgbClr val="EDF2F4">
              <a:alpha val="50000"/>
            </a:srgbClr>
          </a:solidFill>
          <a:ln w="6350">
            <a:solidFill>
              <a:srgbClr val="8D99A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37160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印度洋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2286000"/>
            <a:ext cx="274320" cy="2743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瓜达尔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2743200"/>
            <a:ext cx="228600" cy="22860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27432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卡拉奇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霍尔木兹海峡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234440" y="2423160"/>
            <a:ext cx="1371600" cy="365760"/>
          </a:xfrm>
          <a:prstGeom prst="line">
            <a:avLst/>
          </a:prstGeom>
          <a:noFill/>
          <a:ln w="19050">
            <a:solidFill>
              <a:srgbClr val="EF233C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57200" y="4389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 中国新疆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基本情况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1874520"/>
            <a:ext cx="91440" cy="914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17830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位于巴基斯坦俾路支省瓜达尔镇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2130552"/>
            <a:ext cx="91440" cy="914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20391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2013年中企接手运营，2016年开港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2386584"/>
            <a:ext cx="91440" cy="914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229514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距离霍尔木兹海峡约400公里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2642616"/>
            <a:ext cx="91440" cy="914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255117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规划年吞吐量4亿吨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063240"/>
            <a:ext cx="39319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063240"/>
            <a:ext cx="73152" cy="1783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3154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战略价值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83480" y="3566160"/>
            <a:ext cx="137160" cy="1371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0" y="34930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绕过马六甲，缩短石油运输距离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83480" y="3913632"/>
            <a:ext cx="137160" cy="1371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38404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进入印度洋的天然门户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83480" y="4261104"/>
            <a:ext cx="137160" cy="1371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4" name="Text 32"/>
          <p:cNvSpPr/>
          <p:nvPr/>
        </p:nvSpPr>
        <p:spPr>
          <a:xfrm>
            <a:off x="5212080" y="41879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促进中巴经济走廊整体发展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83480" y="4608576"/>
            <a:ext cx="137160" cy="1371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0" y="453542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监控印度海军活动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2026-08-28T16:41:46Z</dcterms:created>
  <dcterms:modified xsi:type="dcterms:W3CDTF">2026-08-28T16:41:46Z</dcterms:modified>
</cp:coreProperties>
</file>