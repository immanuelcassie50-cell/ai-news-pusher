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策略对比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28016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1051560"/>
            <a:ext cx="164592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1051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051560"/>
            <a:ext cx="237744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051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1051560"/>
            <a:ext cx="237744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1051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051560"/>
            <a:ext cx="100584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10515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508760"/>
            <a:ext cx="128016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5087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737360" y="1508760"/>
            <a:ext cx="164592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15087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一报还一报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1508760"/>
            <a:ext cx="237744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5087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简单、有效、宽容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1508760"/>
            <a:ext cx="237744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15087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对误解敏感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38160" y="1508760"/>
            <a:ext cx="100584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15087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1280160" cy="9144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4231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737360" y="2423160"/>
            <a:ext cx="1645920" cy="9144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1737360" y="2423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冷酷触发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2423160"/>
            <a:ext cx="2377440" cy="9144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24231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威慑力强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60720" y="2423160"/>
            <a:ext cx="2377440" cy="9144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0" y="24231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过于严苛，一旦触发无法恢复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2423160"/>
            <a:ext cx="1005840" cy="914400"/>
          </a:xfrm>
          <a:prstGeom prst="rect">
            <a:avLst/>
          </a:prstGeom>
          <a:solidFill>
            <a:srgbClr val="BEE3F8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138160" y="24231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慎用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337560"/>
            <a:ext cx="128016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3375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737360" y="3337560"/>
            <a:ext cx="164592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737360" y="33375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永远合作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83280" y="3337560"/>
            <a:ext cx="237744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474720" y="33375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760720" y="3337560"/>
            <a:ext cx="237744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852160" y="33375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容易被 exploitation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138160" y="3337560"/>
            <a:ext cx="1005840" cy="914400"/>
          </a:xfrm>
          <a:prstGeom prst="rect">
            <a:avLst/>
          </a:prstGeom>
          <a:solidFill>
            <a:srgbClr val="BEE3F8">
              <a:alpha val="3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138160" y="33375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风险高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251960"/>
            <a:ext cx="1280160" cy="9144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2519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Betray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737360" y="4251960"/>
            <a:ext cx="1645920" cy="9144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7" name="Text 45"/>
          <p:cNvSpPr/>
          <p:nvPr/>
        </p:nvSpPr>
        <p:spPr>
          <a:xfrm>
            <a:off x="1737360" y="42519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永远背叛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383280" y="4251960"/>
            <a:ext cx="2377440" cy="9144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3474720" y="4251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短期收益高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760720" y="4251960"/>
            <a:ext cx="2377440" cy="9144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1" name="Text 49"/>
          <p:cNvSpPr/>
          <p:nvPr/>
        </p:nvSpPr>
        <p:spPr>
          <a:xfrm>
            <a:off x="5852160" y="4251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对方报复后收益归零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138160" y="4251960"/>
            <a:ext cx="1005840" cy="914400"/>
          </a:xfrm>
          <a:prstGeom prst="rect">
            <a:avLst/>
          </a:prstGeom>
          <a:solidFill>
            <a:srgbClr val="D69E2E">
              <a:alpha val="3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138160" y="42519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不推荐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2026-08-26T00:41:43Z</dcterms:created>
  <dcterms:modified xsi:type="dcterms:W3CDTF">2026-08-26T00:41:43Z</dcterms:modified>
</cp:coreProperties>
</file>