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红海与蓝海：两种竞争逻辑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C1121F">
              <a:alpha val="85000"/>
            </a:srgbClr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竞争激烈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利润压缩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血腥一片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2A9D8F">
              <a:alpha val="85000"/>
            </a:srgbClr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无竞争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创造需求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高利润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宁静蔚蓝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77640" y="2468880"/>
            <a:ext cx="914400" cy="9144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2026-08-29T16:19:15Z</dcterms:created>
  <dcterms:modified xsi:type="dcterms:W3CDTF">2026-08-29T16:19:15Z</dcterms:modified>
</cp:coreProperties>
</file>