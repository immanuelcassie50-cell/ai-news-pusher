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17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C17F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53312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案例标题选题指南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38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案例定位表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968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现场访谈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2552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录音转多版本摘要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13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从摘要到完整案例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353312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完整案例初稿验证指引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1938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案例逐字稿转逐页PPT内容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25968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转短视频的基础工作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3328416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32552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三类案例demo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54880" y="3986784"/>
            <a:ext cx="411480" cy="41148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3913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三类案例人工打磨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109728" cy="109728"/>
          </a:xfrm>
          <a:prstGeom prst="rect">
            <a:avLst/>
          </a:prstGeom>
          <a:solidFill>
            <a:srgbClr val="C17F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572000"/>
            <a:ext cx="109728" cy="109728"/>
          </a:xfrm>
          <a:prstGeom prst="rect">
            <a:avLst/>
          </a:prstGeom>
          <a:solidFill>
            <a:srgbClr val="F0DEC4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" y="4572000"/>
            <a:ext cx="109728" cy="109728"/>
          </a:xfrm>
          <a:prstGeom prst="rect">
            <a:avLst/>
          </a:prstGeom>
          <a:solidFill>
            <a:srgbClr val="5C6270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7F3D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2026-09-01T02:48:40Z</dcterms:created>
  <dcterms:modified xsi:type="dcterms:W3CDTF">2026-09-01T02:48:40Z</dcterms:modified>
</cp:coreProperties>
</file>